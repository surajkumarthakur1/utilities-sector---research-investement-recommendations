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4" r:id="rId18"/>
    <p:sldId id="276" r:id="rId19"/>
    <p:sldId id="271" r:id="rId20"/>
    <p:sldId id="272" r:id="rId21"/>
    <p:sldId id="273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7F4962-E30E-4936-AC57-68B31C78B5AA}" v="103" dt="2025-12-22T07:18:49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Thakur" userId="35ae5335b235b3bd" providerId="LiveId" clId="{BDCF31BE-9458-4C09-B82D-E8681F94DE92}"/>
    <pc:docChg chg="undo redo custSel addSld modSld">
      <pc:chgData name="Suraj Thakur" userId="35ae5335b235b3bd" providerId="LiveId" clId="{BDCF31BE-9458-4C09-B82D-E8681F94DE92}" dt="2025-12-22T07:19:10.210" v="762" actId="26606"/>
      <pc:docMkLst>
        <pc:docMk/>
      </pc:docMkLst>
      <pc:sldChg chg="addSp delSp modSp mod">
        <pc:chgData name="Suraj Thakur" userId="35ae5335b235b3bd" providerId="LiveId" clId="{BDCF31BE-9458-4C09-B82D-E8681F94DE92}" dt="2025-12-21T20:16:23.398" v="129" actId="26606"/>
        <pc:sldMkLst>
          <pc:docMk/>
          <pc:sldMk cId="3194173365" sldId="261"/>
        </pc:sldMkLst>
        <pc:spChg chg="mod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2" creationId="{C0096613-B19D-FD88-BD76-C2F69BB88B59}"/>
          </ac:spMkLst>
        </pc:spChg>
        <pc:spChg chg="add del">
          <ac:chgData name="Suraj Thakur" userId="35ae5335b235b3bd" providerId="LiveId" clId="{BDCF31BE-9458-4C09-B82D-E8681F94DE92}" dt="2025-12-21T20:12:06.457" v="74" actId="26606"/>
          <ac:spMkLst>
            <pc:docMk/>
            <pc:sldMk cId="3194173365" sldId="261"/>
            <ac:spMk id="3" creationId="{0ECBAFD4-F81F-5FC4-CF8D-35A40DB370D7}"/>
          </ac:spMkLst>
        </pc:spChg>
        <pc:spChg chg="add del">
          <ac:chgData name="Suraj Thakur" userId="35ae5335b235b3bd" providerId="LiveId" clId="{BDCF31BE-9458-4C09-B82D-E8681F94DE92}" dt="2025-12-21T20:12:06.457" v="74" actId="26606"/>
          <ac:spMkLst>
            <pc:docMk/>
            <pc:sldMk cId="3194173365" sldId="261"/>
            <ac:spMk id="8" creationId="{4E17AA97-89A7-45C1-B813-BFF6C23D79E1}"/>
          </ac:spMkLst>
        </pc:spChg>
        <pc:spChg chg="add del">
          <ac:chgData name="Suraj Thakur" userId="35ae5335b235b3bd" providerId="LiveId" clId="{BDCF31BE-9458-4C09-B82D-E8681F94DE92}" dt="2025-12-21T20:12:06.457" v="74" actId="26606"/>
          <ac:spMkLst>
            <pc:docMk/>
            <pc:sldMk cId="3194173365" sldId="261"/>
            <ac:spMk id="16" creationId="{33AC4FE1-D370-43A6-96C5-076716BB1E76}"/>
          </ac:spMkLst>
        </pc:spChg>
        <pc:spChg chg="add del">
          <ac:chgData name="Suraj Thakur" userId="35ae5335b235b3bd" providerId="LiveId" clId="{BDCF31BE-9458-4C09-B82D-E8681F94DE92}" dt="2025-12-21T20:12:06.457" v="74" actId="26606"/>
          <ac:spMkLst>
            <pc:docMk/>
            <pc:sldMk cId="3194173365" sldId="261"/>
            <ac:spMk id="17" creationId="{4A3D569D-D3A6-49CA-A483-291E95DACA14}"/>
          </ac:spMkLst>
        </pc:spChg>
        <pc:spChg chg="add del">
          <ac:chgData name="Suraj Thakur" userId="35ae5335b235b3bd" providerId="LiveId" clId="{BDCF31BE-9458-4C09-B82D-E8681F94DE92}" dt="2025-12-21T20:12:05.881" v="71" actId="26606"/>
          <ac:spMkLst>
            <pc:docMk/>
            <pc:sldMk cId="3194173365" sldId="261"/>
            <ac:spMk id="22" creationId="{E1ABDA4C-062F-4E88-A079-2279A6477C12}"/>
          </ac:spMkLst>
        </pc:spChg>
        <pc:spChg chg="add del">
          <ac:chgData name="Suraj Thakur" userId="35ae5335b235b3bd" providerId="LiveId" clId="{BDCF31BE-9458-4C09-B82D-E8681F94DE92}" dt="2025-12-21T20:12:05.881" v="71" actId="26606"/>
          <ac:spMkLst>
            <pc:docMk/>
            <pc:sldMk cId="3194173365" sldId="261"/>
            <ac:spMk id="24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0:12:05.881" v="71" actId="26606"/>
          <ac:spMkLst>
            <pc:docMk/>
            <pc:sldMk cId="3194173365" sldId="261"/>
            <ac:spMk id="27" creationId="{0ECBAFD4-F81F-5FC4-CF8D-35A40DB370D7}"/>
          </ac:spMkLst>
        </pc:spChg>
        <pc:spChg chg="add del">
          <ac:chgData name="Suraj Thakur" userId="35ae5335b235b3bd" providerId="LiveId" clId="{BDCF31BE-9458-4C09-B82D-E8681F94DE92}" dt="2025-12-21T20:12:06.438" v="73" actId="26606"/>
          <ac:spMkLst>
            <pc:docMk/>
            <pc:sldMk cId="3194173365" sldId="261"/>
            <ac:spMk id="29" creationId="{4E17AA97-89A7-45C1-B813-BFF6C23D79E1}"/>
          </ac:spMkLst>
        </pc:spChg>
        <pc:spChg chg="add del">
          <ac:chgData name="Suraj Thakur" userId="35ae5335b235b3bd" providerId="LiveId" clId="{BDCF31BE-9458-4C09-B82D-E8681F94DE92}" dt="2025-12-21T20:12:06.438" v="73" actId="26606"/>
          <ac:spMkLst>
            <pc:docMk/>
            <pc:sldMk cId="3194173365" sldId="261"/>
            <ac:spMk id="30" creationId="{33AC4FE1-D370-43A6-96C5-076716BB1E76}"/>
          </ac:spMkLst>
        </pc:spChg>
        <pc:spChg chg="add del">
          <ac:chgData name="Suraj Thakur" userId="35ae5335b235b3bd" providerId="LiveId" clId="{BDCF31BE-9458-4C09-B82D-E8681F94DE92}" dt="2025-12-21T20:12:06.438" v="73" actId="26606"/>
          <ac:spMkLst>
            <pc:docMk/>
            <pc:sldMk cId="3194173365" sldId="261"/>
            <ac:spMk id="31" creationId="{4A3D569D-D3A6-49CA-A483-291E95DACA14}"/>
          </ac:spMkLst>
        </pc:spChg>
        <pc:spChg chg="add del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34" creationId="{4E17AA97-89A7-45C1-B813-BFF6C23D79E1}"/>
          </ac:spMkLst>
        </pc:spChg>
        <pc:spChg chg="add del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35" creationId="{33AC4FE1-D370-43A6-96C5-076716BB1E76}"/>
          </ac:spMkLst>
        </pc:spChg>
        <pc:spChg chg="add del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36" creationId="{4A3D569D-D3A6-49CA-A483-291E95DACA14}"/>
          </ac:spMkLst>
        </pc:spChg>
        <pc:spChg chg="add del">
          <ac:chgData name="Suraj Thakur" userId="35ae5335b235b3bd" providerId="LiveId" clId="{BDCF31BE-9458-4C09-B82D-E8681F94DE92}" dt="2025-12-21T20:12:41.757" v="108" actId="26606"/>
          <ac:spMkLst>
            <pc:docMk/>
            <pc:sldMk cId="3194173365" sldId="261"/>
            <ac:spMk id="42" creationId="{F420BC5C-C418-4843-B04B-6918968D0982}"/>
          </ac:spMkLst>
        </pc:spChg>
        <pc:spChg chg="add del">
          <ac:chgData name="Suraj Thakur" userId="35ae5335b235b3bd" providerId="LiveId" clId="{BDCF31BE-9458-4C09-B82D-E8681F94DE92}" dt="2025-12-21T20:12:41.757" v="108" actId="26606"/>
          <ac:spMkLst>
            <pc:docMk/>
            <pc:sldMk cId="3194173365" sldId="261"/>
            <ac:spMk id="44" creationId="{92BE0106-0C20-465B-A1BE-0BAC2737B1AD}"/>
          </ac:spMkLst>
        </pc:spChg>
        <pc:spChg chg="add del">
          <ac:chgData name="Suraj Thakur" userId="35ae5335b235b3bd" providerId="LiveId" clId="{BDCF31BE-9458-4C09-B82D-E8681F94DE92}" dt="2025-12-21T20:12:45.092" v="110" actId="26606"/>
          <ac:spMkLst>
            <pc:docMk/>
            <pc:sldMk cId="3194173365" sldId="261"/>
            <ac:spMk id="46" creationId="{04213918-F1EB-4BCE-BE23-F5E9851EE05C}"/>
          </ac:spMkLst>
        </pc:spChg>
        <pc:spChg chg="add del">
          <ac:chgData name="Suraj Thakur" userId="35ae5335b235b3bd" providerId="LiveId" clId="{BDCF31BE-9458-4C09-B82D-E8681F94DE92}" dt="2025-12-21T20:12:45.092" v="110" actId="26606"/>
          <ac:spMkLst>
            <pc:docMk/>
            <pc:sldMk cId="3194173365" sldId="261"/>
            <ac:spMk id="47" creationId="{2062E862-C7F7-4CA1-B929-D0B75F5E9FB9}"/>
          </ac:spMkLst>
        </pc:spChg>
        <pc:spChg chg="add del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48" creationId="{288058DF-7580-C88F-23F0-429412309B31}"/>
          </ac:spMkLst>
        </pc:spChg>
        <pc:spChg chg="add del">
          <ac:chgData name="Suraj Thakur" userId="35ae5335b235b3bd" providerId="LiveId" clId="{BDCF31BE-9458-4C09-B82D-E8681F94DE92}" dt="2025-12-21T20:12:46.372" v="112" actId="26606"/>
          <ac:spMkLst>
            <pc:docMk/>
            <pc:sldMk cId="3194173365" sldId="261"/>
            <ac:spMk id="49" creationId="{4E17AA97-89A7-45C1-B813-BFF6C23D79E1}"/>
          </ac:spMkLst>
        </pc:spChg>
        <pc:spChg chg="add del">
          <ac:chgData name="Suraj Thakur" userId="35ae5335b235b3bd" providerId="LiveId" clId="{BDCF31BE-9458-4C09-B82D-E8681F94DE92}" dt="2025-12-21T20:12:46.372" v="112" actId="26606"/>
          <ac:spMkLst>
            <pc:docMk/>
            <pc:sldMk cId="3194173365" sldId="261"/>
            <ac:spMk id="50" creationId="{33AC4FE1-D370-43A6-96C5-076716BB1E76}"/>
          </ac:spMkLst>
        </pc:spChg>
        <pc:spChg chg="add del">
          <ac:chgData name="Suraj Thakur" userId="35ae5335b235b3bd" providerId="LiveId" clId="{BDCF31BE-9458-4C09-B82D-E8681F94DE92}" dt="2025-12-21T20:12:46.372" v="112" actId="26606"/>
          <ac:spMkLst>
            <pc:docMk/>
            <pc:sldMk cId="3194173365" sldId="261"/>
            <ac:spMk id="51" creationId="{4A3D569D-D3A6-49CA-A483-291E95DACA14}"/>
          </ac:spMkLst>
        </pc:spChg>
        <pc:spChg chg="add del">
          <ac:chgData name="Suraj Thakur" userId="35ae5335b235b3bd" providerId="LiveId" clId="{BDCF31BE-9458-4C09-B82D-E8681F94DE92}" dt="2025-12-21T20:12:57.913" v="114" actId="26606"/>
          <ac:spMkLst>
            <pc:docMk/>
            <pc:sldMk cId="3194173365" sldId="261"/>
            <ac:spMk id="53" creationId="{4E17AA97-89A7-45C1-B813-BFF6C23D79E1}"/>
          </ac:spMkLst>
        </pc:spChg>
        <pc:spChg chg="add del">
          <ac:chgData name="Suraj Thakur" userId="35ae5335b235b3bd" providerId="LiveId" clId="{BDCF31BE-9458-4C09-B82D-E8681F94DE92}" dt="2025-12-21T20:12:57.913" v="114" actId="26606"/>
          <ac:spMkLst>
            <pc:docMk/>
            <pc:sldMk cId="3194173365" sldId="261"/>
            <ac:spMk id="54" creationId="{33AC4FE1-D370-43A6-96C5-076716BB1E76}"/>
          </ac:spMkLst>
        </pc:spChg>
        <pc:spChg chg="add del">
          <ac:chgData name="Suraj Thakur" userId="35ae5335b235b3bd" providerId="LiveId" clId="{BDCF31BE-9458-4C09-B82D-E8681F94DE92}" dt="2025-12-21T20:12:57.913" v="114" actId="26606"/>
          <ac:spMkLst>
            <pc:docMk/>
            <pc:sldMk cId="3194173365" sldId="261"/>
            <ac:spMk id="55" creationId="{4A3D569D-D3A6-49CA-A483-291E95DACA14}"/>
          </ac:spMkLst>
        </pc:spChg>
        <pc:spChg chg="add del">
          <ac:chgData name="Suraj Thakur" userId="35ae5335b235b3bd" providerId="LiveId" clId="{BDCF31BE-9458-4C09-B82D-E8681F94DE92}" dt="2025-12-21T20:12:59.575" v="116" actId="26606"/>
          <ac:spMkLst>
            <pc:docMk/>
            <pc:sldMk cId="3194173365" sldId="261"/>
            <ac:spMk id="57" creationId="{4E17AA97-89A7-45C1-B813-BFF6C23D79E1}"/>
          </ac:spMkLst>
        </pc:spChg>
        <pc:spChg chg="add del">
          <ac:chgData name="Suraj Thakur" userId="35ae5335b235b3bd" providerId="LiveId" clId="{BDCF31BE-9458-4C09-B82D-E8681F94DE92}" dt="2025-12-21T20:12:59.575" v="116" actId="26606"/>
          <ac:spMkLst>
            <pc:docMk/>
            <pc:sldMk cId="3194173365" sldId="261"/>
            <ac:spMk id="58" creationId="{33AC4FE1-D370-43A6-96C5-076716BB1E76}"/>
          </ac:spMkLst>
        </pc:spChg>
        <pc:spChg chg="add del">
          <ac:chgData name="Suraj Thakur" userId="35ae5335b235b3bd" providerId="LiveId" clId="{BDCF31BE-9458-4C09-B82D-E8681F94DE92}" dt="2025-12-21T20:12:59.575" v="116" actId="26606"/>
          <ac:spMkLst>
            <pc:docMk/>
            <pc:sldMk cId="3194173365" sldId="261"/>
            <ac:spMk id="59" creationId="{4A3D569D-D3A6-49CA-A483-291E95DACA14}"/>
          </ac:spMkLst>
        </pc:spChg>
        <pc:spChg chg="add del">
          <ac:chgData name="Suraj Thakur" userId="35ae5335b235b3bd" providerId="LiveId" clId="{BDCF31BE-9458-4C09-B82D-E8681F94DE92}" dt="2025-12-21T20:13:04.788" v="118" actId="26606"/>
          <ac:spMkLst>
            <pc:docMk/>
            <pc:sldMk cId="3194173365" sldId="261"/>
            <ac:spMk id="61" creationId="{4E17AA97-89A7-45C1-B813-BFF6C23D79E1}"/>
          </ac:spMkLst>
        </pc:spChg>
        <pc:spChg chg="add del">
          <ac:chgData name="Suraj Thakur" userId="35ae5335b235b3bd" providerId="LiveId" clId="{BDCF31BE-9458-4C09-B82D-E8681F94DE92}" dt="2025-12-21T20:13:04.788" v="118" actId="26606"/>
          <ac:spMkLst>
            <pc:docMk/>
            <pc:sldMk cId="3194173365" sldId="261"/>
            <ac:spMk id="62" creationId="{33AC4FE1-D370-43A6-96C5-076716BB1E76}"/>
          </ac:spMkLst>
        </pc:spChg>
        <pc:spChg chg="add del">
          <ac:chgData name="Suraj Thakur" userId="35ae5335b235b3bd" providerId="LiveId" clId="{BDCF31BE-9458-4C09-B82D-E8681F94DE92}" dt="2025-12-21T20:13:04.788" v="118" actId="26606"/>
          <ac:spMkLst>
            <pc:docMk/>
            <pc:sldMk cId="3194173365" sldId="261"/>
            <ac:spMk id="63" creationId="{4A3D569D-D3A6-49CA-A483-291E95DACA14}"/>
          </ac:spMkLst>
        </pc:spChg>
        <pc:spChg chg="add del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65" creationId="{774A975B-A886-5202-0489-6965514A0D14}"/>
          </ac:spMkLst>
        </pc:spChg>
        <pc:spChg chg="add del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66" creationId="{EA67E988-5919-57BB-C7DE-D3EAD38A3045}"/>
          </ac:spMkLst>
        </pc:spChg>
        <pc:spChg chg="add del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67" creationId="{E73AF435-44C8-C44B-9352-ACFA393E2F29}"/>
          </ac:spMkLst>
        </pc:spChg>
        <pc:spChg chg="add del">
          <ac:chgData name="Suraj Thakur" userId="35ae5335b235b3bd" providerId="LiveId" clId="{BDCF31BE-9458-4C09-B82D-E8681F94DE92}" dt="2025-12-21T20:16:23.398" v="129" actId="26606"/>
          <ac:spMkLst>
            <pc:docMk/>
            <pc:sldMk cId="3194173365" sldId="261"/>
            <ac:spMk id="68" creationId="{43F82943-4565-9E0E-E9DB-5B7B417E670A}"/>
          </ac:spMkLst>
        </pc:spChg>
        <pc:graphicFrameChg chg="add del">
          <ac:chgData name="Suraj Thakur" userId="35ae5335b235b3bd" providerId="LiveId" clId="{BDCF31BE-9458-4C09-B82D-E8681F94DE92}" dt="2025-12-21T20:11:59.762" v="63" actId="26606"/>
          <ac:graphicFrameMkLst>
            <pc:docMk/>
            <pc:sldMk cId="3194173365" sldId="261"/>
            <ac:graphicFrameMk id="19" creationId="{4D9D2939-06B4-BFE8-E235-05BD8F3C9945}"/>
          </ac:graphicFrameMkLst>
        </pc:graphicFrameChg>
        <pc:graphicFrameChg chg="add del">
          <ac:chgData name="Suraj Thakur" userId="35ae5335b235b3bd" providerId="LiveId" clId="{BDCF31BE-9458-4C09-B82D-E8681F94DE92}" dt="2025-12-21T20:12:00.767" v="65" actId="26606"/>
          <ac:graphicFrameMkLst>
            <pc:docMk/>
            <pc:sldMk cId="3194173365" sldId="261"/>
            <ac:graphicFrameMk id="21" creationId="{A1B5D706-F254-CF69-DFED-1093203AF644}"/>
          </ac:graphicFrameMkLst>
        </pc:graphicFrameChg>
        <pc:graphicFrameChg chg="add del">
          <ac:chgData name="Suraj Thakur" userId="35ae5335b235b3bd" providerId="LiveId" clId="{BDCF31BE-9458-4C09-B82D-E8681F94DE92}" dt="2025-12-21T20:12:01.766" v="67" actId="26606"/>
          <ac:graphicFrameMkLst>
            <pc:docMk/>
            <pc:sldMk cId="3194173365" sldId="261"/>
            <ac:graphicFrameMk id="23" creationId="{4EA4CF51-542D-4FFB-4EFC-8849CEA8735A}"/>
          </ac:graphicFrameMkLst>
        </pc:graphicFrameChg>
        <pc:graphicFrameChg chg="add del">
          <ac:chgData name="Suraj Thakur" userId="35ae5335b235b3bd" providerId="LiveId" clId="{BDCF31BE-9458-4C09-B82D-E8681F94DE92}" dt="2025-12-21T20:12:04.776" v="69" actId="26606"/>
          <ac:graphicFrameMkLst>
            <pc:docMk/>
            <pc:sldMk cId="3194173365" sldId="261"/>
            <ac:graphicFrameMk id="25" creationId="{74BC4D11-CD0C-0E5C-2681-A7AC375CDFA1}"/>
          </ac:graphicFrameMkLst>
        </pc:graphicFrameChg>
        <pc:graphicFrameChg chg="add del">
          <ac:chgData name="Suraj Thakur" userId="35ae5335b235b3bd" providerId="LiveId" clId="{BDCF31BE-9458-4C09-B82D-E8681F94DE92}" dt="2025-12-21T20:12:06.438" v="73" actId="26606"/>
          <ac:graphicFrameMkLst>
            <pc:docMk/>
            <pc:sldMk cId="3194173365" sldId="261"/>
            <ac:graphicFrameMk id="32" creationId="{74BC4D11-CD0C-0E5C-2681-A7AC375CDFA1}"/>
          </ac:graphicFrameMkLst>
        </pc:graphicFrameChg>
        <pc:graphicFrameChg chg="add mod modGraphic">
          <ac:chgData name="Suraj Thakur" userId="35ae5335b235b3bd" providerId="LiveId" clId="{BDCF31BE-9458-4C09-B82D-E8681F94DE92}" dt="2025-12-21T20:13:04.788" v="118" actId="26606"/>
          <ac:graphicFrameMkLst>
            <pc:docMk/>
            <pc:sldMk cId="3194173365" sldId="261"/>
            <ac:graphicFrameMk id="37" creationId="{4EA4CF51-542D-4FFB-4EFC-8849CEA8735A}"/>
          </ac:graphicFrameMkLst>
        </pc:graphicFrameChg>
      </pc:sldChg>
      <pc:sldChg chg="addSp delSp modSp mod">
        <pc:chgData name="Suraj Thakur" userId="35ae5335b235b3bd" providerId="LiveId" clId="{BDCF31BE-9458-4C09-B82D-E8681F94DE92}" dt="2025-12-21T21:29:58.219" v="434" actId="27918"/>
        <pc:sldMkLst>
          <pc:docMk/>
          <pc:sldMk cId="2426904890" sldId="264"/>
        </pc:sldMkLst>
        <pc:spChg chg="mod">
          <ac:chgData name="Suraj Thakur" userId="35ae5335b235b3bd" providerId="LiveId" clId="{BDCF31BE-9458-4C09-B82D-E8681F94DE92}" dt="2025-12-21T20:05:44.195" v="23" actId="2711"/>
          <ac:spMkLst>
            <pc:docMk/>
            <pc:sldMk cId="2426904890" sldId="264"/>
            <ac:spMk id="2" creationId="{0D51F73B-67BC-F265-0AFB-E48C48E70447}"/>
          </ac:spMkLst>
        </pc:spChg>
        <pc:spChg chg="add del">
          <ac:chgData name="Suraj Thakur" userId="35ae5335b235b3bd" providerId="LiveId" clId="{BDCF31BE-9458-4C09-B82D-E8681F94DE92}" dt="2025-12-21T20:01:06.708" v="4" actId="26606"/>
          <ac:spMkLst>
            <pc:docMk/>
            <pc:sldMk cId="2426904890" sldId="264"/>
            <ac:spMk id="3" creationId="{86EC152E-B200-F915-E399-BA635156FFF1}"/>
          </ac:spMkLst>
        </pc:spChg>
        <pc:graphicFrameChg chg="add del mod">
          <ac:chgData name="Suraj Thakur" userId="35ae5335b235b3bd" providerId="LiveId" clId="{BDCF31BE-9458-4C09-B82D-E8681F94DE92}" dt="2025-12-21T21:08:19.462" v="333" actId="478"/>
          <ac:graphicFrameMkLst>
            <pc:docMk/>
            <pc:sldMk cId="2426904890" sldId="264"/>
            <ac:graphicFrameMk id="4" creationId="{D71A8138-FE65-6FD4-FB9D-2D26A7C04101}"/>
          </ac:graphicFrameMkLst>
        </pc:graphicFrameChg>
        <pc:graphicFrameChg chg="add del">
          <ac:chgData name="Suraj Thakur" userId="35ae5335b235b3bd" providerId="LiveId" clId="{BDCF31BE-9458-4C09-B82D-E8681F94DE92}" dt="2025-12-21T20:01:05.267" v="1" actId="26606"/>
          <ac:graphicFrameMkLst>
            <pc:docMk/>
            <pc:sldMk cId="2426904890" sldId="264"/>
            <ac:graphicFrameMk id="5" creationId="{04C8D527-888A-7F75-1434-74464A854319}"/>
          </ac:graphicFrameMkLst>
        </pc:graphicFrameChg>
        <pc:graphicFrameChg chg="add mod">
          <ac:chgData name="Suraj Thakur" userId="35ae5335b235b3bd" providerId="LiveId" clId="{BDCF31BE-9458-4C09-B82D-E8681F94DE92}" dt="2025-12-21T21:09:22.760" v="348" actId="1076"/>
          <ac:graphicFrameMkLst>
            <pc:docMk/>
            <pc:sldMk cId="2426904890" sldId="264"/>
            <ac:graphicFrameMk id="6" creationId="{4BCDA94E-9BBA-A70F-EE63-7DE5672B0C86}"/>
          </ac:graphicFrameMkLst>
        </pc:graphicFrameChg>
        <pc:graphicFrameChg chg="add del">
          <ac:chgData name="Suraj Thakur" userId="35ae5335b235b3bd" providerId="LiveId" clId="{BDCF31BE-9458-4C09-B82D-E8681F94DE92}" dt="2025-12-21T20:01:06.693" v="3" actId="26606"/>
          <ac:graphicFrameMkLst>
            <pc:docMk/>
            <pc:sldMk cId="2426904890" sldId="264"/>
            <ac:graphicFrameMk id="7" creationId="{AA5DABE6-837E-65C7-BB52-C8ACBB744852}"/>
          </ac:graphicFrameMkLst>
        </pc:graphicFrameChg>
        <pc:graphicFrameChg chg="add">
          <ac:chgData name="Suraj Thakur" userId="35ae5335b235b3bd" providerId="LiveId" clId="{BDCF31BE-9458-4C09-B82D-E8681F94DE92}" dt="2025-12-21T20:01:06.708" v="4" actId="26606"/>
          <ac:graphicFrameMkLst>
            <pc:docMk/>
            <pc:sldMk cId="2426904890" sldId="264"/>
            <ac:graphicFrameMk id="9" creationId="{04C8D527-888A-7F75-1434-74464A854319}"/>
          </ac:graphicFrameMkLst>
        </pc:graphicFrameChg>
      </pc:sldChg>
      <pc:sldChg chg="addSp delSp modSp new mod setBg">
        <pc:chgData name="Suraj Thakur" userId="35ae5335b235b3bd" providerId="LiveId" clId="{BDCF31BE-9458-4C09-B82D-E8681F94DE92}" dt="2025-12-21T20:36:05.581" v="229" actId="27918"/>
        <pc:sldMkLst>
          <pc:docMk/>
          <pc:sldMk cId="3140841089" sldId="265"/>
        </pc:sldMkLst>
        <pc:spChg chg="mod">
          <ac:chgData name="Suraj Thakur" userId="35ae5335b235b3bd" providerId="LiveId" clId="{BDCF31BE-9458-4C09-B82D-E8681F94DE92}" dt="2025-12-21T20:34:02.287" v="206" actId="14100"/>
          <ac:spMkLst>
            <pc:docMk/>
            <pc:sldMk cId="3140841089" sldId="265"/>
            <ac:spMk id="2" creationId="{AC1522B7-DA20-7A28-07BF-7F1F2DFE758B}"/>
          </ac:spMkLst>
        </pc:spChg>
        <pc:spChg chg="mod">
          <ac:chgData name="Suraj Thakur" userId="35ae5335b235b3bd" providerId="LiveId" clId="{BDCF31BE-9458-4C09-B82D-E8681F94DE92}" dt="2025-12-21T20:32:28.018" v="191" actId="26606"/>
          <ac:spMkLst>
            <pc:docMk/>
            <pc:sldMk cId="3140841089" sldId="265"/>
            <ac:spMk id="3" creationId="{0B01385D-28BA-7A48-1872-D9C305AF4390}"/>
          </ac:spMkLst>
        </pc:spChg>
        <pc:spChg chg="add del">
          <ac:chgData name="Suraj Thakur" userId="35ae5335b235b3bd" providerId="LiveId" clId="{BDCF31BE-9458-4C09-B82D-E8681F94DE92}" dt="2025-12-21T20:31:32.740" v="173" actId="26606"/>
          <ac:spMkLst>
            <pc:docMk/>
            <pc:sldMk cId="3140841089" sldId="265"/>
            <ac:spMk id="6" creationId="{AD1BDCCC-E676-2A7E-BE11-2B8C23DB287F}"/>
          </ac:spMkLst>
        </pc:spChg>
        <pc:spChg chg="add del">
          <ac:chgData name="Suraj Thakur" userId="35ae5335b235b3bd" providerId="LiveId" clId="{BDCF31BE-9458-4C09-B82D-E8681F94DE92}" dt="2025-12-21T20:31:32.740" v="173" actId="26606"/>
          <ac:spMkLst>
            <pc:docMk/>
            <pc:sldMk cId="3140841089" sldId="265"/>
            <ac:spMk id="7" creationId="{781C97B1-8A09-6383-8C65-A3B73577816A}"/>
          </ac:spMkLst>
        </pc:spChg>
        <pc:spChg chg="add del">
          <ac:chgData name="Suraj Thakur" userId="35ae5335b235b3bd" providerId="LiveId" clId="{BDCF31BE-9458-4C09-B82D-E8681F94DE92}" dt="2025-12-21T20:32:28.010" v="190" actId="26606"/>
          <ac:spMkLst>
            <pc:docMk/>
            <pc:sldMk cId="3140841089" sldId="265"/>
            <ac:spMk id="8" creationId="{9EE42DCE-4A4F-44C4-84E5-261B3BEEF1DA}"/>
          </ac:spMkLst>
        </pc:spChg>
        <pc:spChg chg="add del">
          <ac:chgData name="Suraj Thakur" userId="35ae5335b235b3bd" providerId="LiveId" clId="{BDCF31BE-9458-4C09-B82D-E8681F94DE92}" dt="2025-12-21T20:31:02.710" v="164" actId="26606"/>
          <ac:spMkLst>
            <pc:docMk/>
            <pc:sldMk cId="3140841089" sldId="265"/>
            <ac:spMk id="9" creationId="{AD1BDCCC-E676-2A7E-BE11-2B8C23DB287F}"/>
          </ac:spMkLst>
        </pc:spChg>
        <pc:spChg chg="add del">
          <ac:chgData name="Suraj Thakur" userId="35ae5335b235b3bd" providerId="LiveId" clId="{BDCF31BE-9458-4C09-B82D-E8681F94DE92}" dt="2025-12-21T20:31:57.232" v="179" actId="26606"/>
          <ac:spMkLst>
            <pc:docMk/>
            <pc:sldMk cId="3140841089" sldId="265"/>
            <ac:spMk id="10" creationId="{9EE42DCE-4A4F-44C4-84E5-261B3BEEF1DA}"/>
          </ac:spMkLst>
        </pc:spChg>
        <pc:spChg chg="add del">
          <ac:chgData name="Suraj Thakur" userId="35ae5335b235b3bd" providerId="LiveId" clId="{BDCF31BE-9458-4C09-B82D-E8681F94DE92}" dt="2025-12-21T20:31:02.710" v="164" actId="26606"/>
          <ac:spMkLst>
            <pc:docMk/>
            <pc:sldMk cId="3140841089" sldId="265"/>
            <ac:spMk id="11" creationId="{781C97B1-8A09-6383-8C65-A3B73577816A}"/>
          </ac:spMkLst>
        </pc:spChg>
        <pc:spChg chg="add del">
          <ac:chgData name="Suraj Thakur" userId="35ae5335b235b3bd" providerId="LiveId" clId="{BDCF31BE-9458-4C09-B82D-E8681F94DE92}" dt="2025-12-21T20:31:57.232" v="179" actId="26606"/>
          <ac:spMkLst>
            <pc:docMk/>
            <pc:sldMk cId="3140841089" sldId="265"/>
            <ac:spMk id="12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0:31:08.442" v="167" actId="26606"/>
          <ac:spMkLst>
            <pc:docMk/>
            <pc:sldMk cId="3140841089" sldId="265"/>
            <ac:spMk id="13" creationId="{9EE42DCE-4A4F-44C4-84E5-261B3BEEF1DA}"/>
          </ac:spMkLst>
        </pc:spChg>
        <pc:spChg chg="add del">
          <ac:chgData name="Suraj Thakur" userId="35ae5335b235b3bd" providerId="LiveId" clId="{BDCF31BE-9458-4C09-B82D-E8681F94DE92}" dt="2025-12-21T20:31:08.442" v="167" actId="26606"/>
          <ac:spMkLst>
            <pc:docMk/>
            <pc:sldMk cId="3140841089" sldId="265"/>
            <ac:spMk id="14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0:32:28.010" v="190" actId="26606"/>
          <ac:spMkLst>
            <pc:docMk/>
            <pc:sldMk cId="3140841089" sldId="265"/>
            <ac:spMk id="15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0:31:26.193" v="170" actId="26606"/>
          <ac:spMkLst>
            <pc:docMk/>
            <pc:sldMk cId="3140841089" sldId="265"/>
            <ac:spMk id="16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1T20:31:26.193" v="170" actId="26606"/>
          <ac:spMkLst>
            <pc:docMk/>
            <pc:sldMk cId="3140841089" sldId="265"/>
            <ac:spMk id="17" creationId="{A745E793-BC99-8991-71CD-53FFBB6A8F69}"/>
          </ac:spMkLst>
        </pc:spChg>
        <pc:spChg chg="add">
          <ac:chgData name="Suraj Thakur" userId="35ae5335b235b3bd" providerId="LiveId" clId="{BDCF31BE-9458-4C09-B82D-E8681F94DE92}" dt="2025-12-21T20:32:28.018" v="191" actId="26606"/>
          <ac:spMkLst>
            <pc:docMk/>
            <pc:sldMk cId="3140841089" sldId="265"/>
            <ac:spMk id="18" creationId="{9E10BDB4-64F2-477D-A03B-9F8352D5E02E}"/>
          </ac:spMkLst>
        </pc:spChg>
        <pc:spChg chg="add">
          <ac:chgData name="Suraj Thakur" userId="35ae5335b235b3bd" providerId="LiveId" clId="{BDCF31BE-9458-4C09-B82D-E8681F94DE92}" dt="2025-12-21T20:32:28.018" v="191" actId="26606"/>
          <ac:spMkLst>
            <pc:docMk/>
            <pc:sldMk cId="3140841089" sldId="265"/>
            <ac:spMk id="19" creationId="{887F59F2-5FBC-40CD-AD35-376AECE49EA6}"/>
          </ac:spMkLst>
        </pc:spChg>
        <pc:spChg chg="add">
          <ac:chgData name="Suraj Thakur" userId="35ae5335b235b3bd" providerId="LiveId" clId="{BDCF31BE-9458-4C09-B82D-E8681F94DE92}" dt="2025-12-21T20:32:28.018" v="191" actId="26606"/>
          <ac:spMkLst>
            <pc:docMk/>
            <pc:sldMk cId="3140841089" sldId="265"/>
            <ac:spMk id="20" creationId="{7271C494-8107-3D61-D611-4FBC7C22A2B8}"/>
          </ac:spMkLst>
        </pc:spChg>
        <pc:graphicFrameChg chg="add mod">
          <ac:chgData name="Suraj Thakur" userId="35ae5335b235b3bd" providerId="LiveId" clId="{BDCF31BE-9458-4C09-B82D-E8681F94DE92}" dt="2025-12-21T20:36:01.238" v="228"/>
          <ac:graphicFrameMkLst>
            <pc:docMk/>
            <pc:sldMk cId="3140841089" sldId="265"/>
            <ac:graphicFrameMk id="4" creationId="{752769B5-A75A-EAC5-1A38-E99361DCB0C3}"/>
          </ac:graphicFrameMkLst>
        </pc:graphicFrameChg>
      </pc:sldChg>
      <pc:sldChg chg="addSp delSp modSp new mod setBg">
        <pc:chgData name="Suraj Thakur" userId="35ae5335b235b3bd" providerId="LiveId" clId="{BDCF31BE-9458-4C09-B82D-E8681F94DE92}" dt="2025-12-21T21:06:06.250" v="332" actId="27918"/>
        <pc:sldMkLst>
          <pc:docMk/>
          <pc:sldMk cId="1249636909" sldId="266"/>
        </pc:sldMkLst>
        <pc:spChg chg="mod">
          <ac:chgData name="Suraj Thakur" userId="35ae5335b235b3bd" providerId="LiveId" clId="{BDCF31BE-9458-4C09-B82D-E8681F94DE92}" dt="2025-12-21T21:05:20.645" v="317" actId="108"/>
          <ac:spMkLst>
            <pc:docMk/>
            <pc:sldMk cId="1249636909" sldId="266"/>
            <ac:spMk id="2" creationId="{7CB09009-6590-0621-3BAC-9003018E4D9E}"/>
          </ac:spMkLst>
        </pc:spChg>
        <pc:spChg chg="add del mod">
          <ac:chgData name="Suraj Thakur" userId="35ae5335b235b3bd" providerId="LiveId" clId="{BDCF31BE-9458-4C09-B82D-E8681F94DE92}" dt="2025-12-21T21:02:17.950" v="242" actId="26606"/>
          <ac:spMkLst>
            <pc:docMk/>
            <pc:sldMk cId="1249636909" sldId="266"/>
            <ac:spMk id="3" creationId="{5283527D-AADF-DF44-573E-50E3A4516F41}"/>
          </ac:spMkLst>
        </pc:spChg>
        <pc:spChg chg="add">
          <ac:chgData name="Suraj Thakur" userId="35ae5335b235b3bd" providerId="LiveId" clId="{BDCF31BE-9458-4C09-B82D-E8681F94DE92}" dt="2025-12-21T21:02:17.950" v="242" actId="26606"/>
          <ac:spMkLst>
            <pc:docMk/>
            <pc:sldMk cId="1249636909" sldId="266"/>
            <ac:spMk id="6" creationId="{FAA3B297-9683-4E38-89FA-062C53E13F85}"/>
          </ac:spMkLst>
        </pc:spChg>
        <pc:spChg chg="add">
          <ac:chgData name="Suraj Thakur" userId="35ae5335b235b3bd" providerId="LiveId" clId="{BDCF31BE-9458-4C09-B82D-E8681F94DE92}" dt="2025-12-21T21:02:17.950" v="242" actId="26606"/>
          <ac:spMkLst>
            <pc:docMk/>
            <pc:sldMk cId="1249636909" sldId="266"/>
            <ac:spMk id="7" creationId="{4BF74692-AE31-4A00-B5F9-994E8D519F90}"/>
          </ac:spMkLst>
        </pc:spChg>
        <pc:spChg chg="add del">
          <ac:chgData name="Suraj Thakur" userId="35ae5335b235b3bd" providerId="LiveId" clId="{BDCF31BE-9458-4C09-B82D-E8681F94DE92}" dt="2025-12-21T21:01:55.159" v="241" actId="26606"/>
          <ac:spMkLst>
            <pc:docMk/>
            <pc:sldMk cId="1249636909" sldId="266"/>
            <ac:spMk id="9" creationId="{4E17AA97-89A7-45C1-B813-BFF6C23D79E1}"/>
          </ac:spMkLst>
        </pc:spChg>
        <pc:spChg chg="add del">
          <ac:chgData name="Suraj Thakur" userId="35ae5335b235b3bd" providerId="LiveId" clId="{BDCF31BE-9458-4C09-B82D-E8681F94DE92}" dt="2025-12-21T21:01:55.159" v="241" actId="26606"/>
          <ac:spMkLst>
            <pc:docMk/>
            <pc:sldMk cId="1249636909" sldId="266"/>
            <ac:spMk id="11" creationId="{33AC4FE1-D370-43A6-96C5-076716BB1E76}"/>
          </ac:spMkLst>
        </pc:spChg>
        <pc:spChg chg="add del">
          <ac:chgData name="Suraj Thakur" userId="35ae5335b235b3bd" providerId="LiveId" clId="{BDCF31BE-9458-4C09-B82D-E8681F94DE92}" dt="2025-12-21T21:01:55.159" v="241" actId="26606"/>
          <ac:spMkLst>
            <pc:docMk/>
            <pc:sldMk cId="1249636909" sldId="266"/>
            <ac:spMk id="13" creationId="{4A3D569D-D3A6-49CA-A483-291E95DACA14}"/>
          </ac:spMkLst>
        </pc:spChg>
        <pc:graphicFrameChg chg="add mod">
          <ac:chgData name="Suraj Thakur" userId="35ae5335b235b3bd" providerId="LiveId" clId="{BDCF31BE-9458-4C09-B82D-E8681F94DE92}" dt="2025-12-21T21:01:54.205" v="239"/>
          <ac:graphicFrameMkLst>
            <pc:docMk/>
            <pc:sldMk cId="1249636909" sldId="266"/>
            <ac:graphicFrameMk id="4" creationId="{74ABC718-22B9-FD7C-85CE-EBB0CAD6882F}"/>
          </ac:graphicFrameMkLst>
        </pc:graphicFrameChg>
        <pc:graphicFrameChg chg="add del modGraphic">
          <ac:chgData name="Suraj Thakur" userId="35ae5335b235b3bd" providerId="LiveId" clId="{BDCF31BE-9458-4C09-B82D-E8681F94DE92}" dt="2025-12-21T21:01:55.159" v="241" actId="26606"/>
          <ac:graphicFrameMkLst>
            <pc:docMk/>
            <pc:sldMk cId="1249636909" sldId="266"/>
            <ac:graphicFrameMk id="5" creationId="{1E8FC7D5-3585-A7A4-CAB5-D17ED2C6FAEF}"/>
          </ac:graphicFrameMkLst>
        </pc:graphicFrameChg>
        <pc:graphicFrameChg chg="add mod">
          <ac:chgData name="Suraj Thakur" userId="35ae5335b235b3bd" providerId="LiveId" clId="{BDCF31BE-9458-4C09-B82D-E8681F94DE92}" dt="2025-12-21T21:05:20.921" v="318" actId="1076"/>
          <ac:graphicFrameMkLst>
            <pc:docMk/>
            <pc:sldMk cId="1249636909" sldId="266"/>
            <ac:graphicFrameMk id="8" creationId="{E610D65D-9F06-0849-509F-84BC68066D91}"/>
          </ac:graphicFrameMkLst>
        </pc:graphicFrameChg>
        <pc:graphicFrameChg chg="add mod">
          <ac:chgData name="Suraj Thakur" userId="35ae5335b235b3bd" providerId="LiveId" clId="{BDCF31BE-9458-4C09-B82D-E8681F94DE92}" dt="2025-12-21T21:05:21.717" v="330" actId="14100"/>
          <ac:graphicFrameMkLst>
            <pc:docMk/>
            <pc:sldMk cId="1249636909" sldId="266"/>
            <ac:graphicFrameMk id="10" creationId="{74ABC718-22B9-FD7C-85CE-EBB0CAD6882F}"/>
          </ac:graphicFrameMkLst>
        </pc:graphicFrameChg>
      </pc:sldChg>
      <pc:sldChg chg="addSp delSp modSp new mod setBg">
        <pc:chgData name="Suraj Thakur" userId="35ae5335b235b3bd" providerId="LiveId" clId="{BDCF31BE-9458-4C09-B82D-E8681F94DE92}" dt="2025-12-21T21:12:29.167" v="380" actId="26606"/>
        <pc:sldMkLst>
          <pc:docMk/>
          <pc:sldMk cId="1457107941" sldId="267"/>
        </pc:sldMkLst>
        <pc:spChg chg="mod">
          <ac:chgData name="Suraj Thakur" userId="35ae5335b235b3bd" providerId="LiveId" clId="{BDCF31BE-9458-4C09-B82D-E8681F94DE92}" dt="2025-12-21T21:12:29.167" v="380" actId="26606"/>
          <ac:spMkLst>
            <pc:docMk/>
            <pc:sldMk cId="1457107941" sldId="267"/>
            <ac:spMk id="2" creationId="{9911D011-18ED-921A-85FD-8F8CAA1451B5}"/>
          </ac:spMkLst>
        </pc:spChg>
        <pc:spChg chg="add del mod">
          <ac:chgData name="Suraj Thakur" userId="35ae5335b235b3bd" providerId="LiveId" clId="{BDCF31BE-9458-4C09-B82D-E8681F94DE92}" dt="2025-12-21T21:12:22.193" v="378" actId="26606"/>
          <ac:spMkLst>
            <pc:docMk/>
            <pc:sldMk cId="1457107941" sldId="267"/>
            <ac:spMk id="3" creationId="{5659D86B-7AE6-3587-8910-752ACFD5F0AB}"/>
          </ac:spMkLst>
        </pc:spChg>
        <pc:spChg chg="add">
          <ac:chgData name="Suraj Thakur" userId="35ae5335b235b3bd" providerId="LiveId" clId="{BDCF31BE-9458-4C09-B82D-E8681F94DE92}" dt="2025-12-21T21:12:29.167" v="380" actId="26606"/>
          <ac:spMkLst>
            <pc:docMk/>
            <pc:sldMk cId="1457107941" sldId="267"/>
            <ac:spMk id="12" creationId="{04213918-F1EB-4BCE-BE23-F5E9851EE05C}"/>
          </ac:spMkLst>
        </pc:spChg>
        <pc:spChg chg="add">
          <ac:chgData name="Suraj Thakur" userId="35ae5335b235b3bd" providerId="LiveId" clId="{BDCF31BE-9458-4C09-B82D-E8681F94DE92}" dt="2025-12-21T21:12:29.167" v="380" actId="26606"/>
          <ac:spMkLst>
            <pc:docMk/>
            <pc:sldMk cId="1457107941" sldId="267"/>
            <ac:spMk id="14" creationId="{2062E862-C7F7-4CA1-B929-D0B75F5E9FB9}"/>
          </ac:spMkLst>
        </pc:spChg>
        <pc:graphicFrameChg chg="add del">
          <ac:chgData name="Suraj Thakur" userId="35ae5335b235b3bd" providerId="LiveId" clId="{BDCF31BE-9458-4C09-B82D-E8681F94DE92}" dt="2025-12-21T21:12:22.179" v="377" actId="26606"/>
          <ac:graphicFrameMkLst>
            <pc:docMk/>
            <pc:sldMk cId="1457107941" sldId="267"/>
            <ac:graphicFrameMk id="5" creationId="{C996A0EB-1C49-9194-CE95-93073B2AD550}"/>
          </ac:graphicFrameMkLst>
        </pc:graphicFrameChg>
        <pc:graphicFrameChg chg="add mod modGraphic">
          <ac:chgData name="Suraj Thakur" userId="35ae5335b235b3bd" providerId="LiveId" clId="{BDCF31BE-9458-4C09-B82D-E8681F94DE92}" dt="2025-12-21T21:12:29.167" v="380" actId="26606"/>
          <ac:graphicFrameMkLst>
            <pc:docMk/>
            <pc:sldMk cId="1457107941" sldId="267"/>
            <ac:graphicFrameMk id="7" creationId="{B8314A3D-A2F3-2862-CE7F-1573287F30CE}"/>
          </ac:graphicFrameMkLst>
        </pc:graphicFrameChg>
      </pc:sldChg>
      <pc:sldChg chg="addSp delSp modSp new mod setBg">
        <pc:chgData name="Suraj Thakur" userId="35ae5335b235b3bd" providerId="LiveId" clId="{BDCF31BE-9458-4C09-B82D-E8681F94DE92}" dt="2025-12-21T21:15:07.032" v="433" actId="26606"/>
        <pc:sldMkLst>
          <pc:docMk/>
          <pc:sldMk cId="3800448768" sldId="268"/>
        </pc:sldMkLst>
        <pc:spChg chg="mod">
          <ac:chgData name="Suraj Thakur" userId="35ae5335b235b3bd" providerId="LiveId" clId="{BDCF31BE-9458-4C09-B82D-E8681F94DE92}" dt="2025-12-21T21:15:02.871" v="430" actId="26606"/>
          <ac:spMkLst>
            <pc:docMk/>
            <pc:sldMk cId="3800448768" sldId="268"/>
            <ac:spMk id="2" creationId="{AC00A5BE-F2DB-AFFA-D4A0-38AD7E77C0FA}"/>
          </ac:spMkLst>
        </pc:spChg>
        <pc:spChg chg="add del mod">
          <ac:chgData name="Suraj Thakur" userId="35ae5335b235b3bd" providerId="LiveId" clId="{BDCF31BE-9458-4C09-B82D-E8681F94DE92}" dt="2025-12-21T21:15:07.032" v="433" actId="26606"/>
          <ac:spMkLst>
            <pc:docMk/>
            <pc:sldMk cId="3800448768" sldId="268"/>
            <ac:spMk id="3" creationId="{3C4B7853-213B-D227-CFA9-53CA284D5902}"/>
          </ac:spMkLst>
        </pc:spChg>
        <pc:spChg chg="add del">
          <ac:chgData name="Suraj Thakur" userId="35ae5335b235b3bd" providerId="LiveId" clId="{BDCF31BE-9458-4C09-B82D-E8681F94DE92}" dt="2025-12-21T21:14:28.271" v="409" actId="26606"/>
          <ac:spMkLst>
            <pc:docMk/>
            <pc:sldMk cId="3800448768" sldId="268"/>
            <ac:spMk id="9" creationId="{9E10BDB4-64F2-477D-A03B-9F8352D5E02E}"/>
          </ac:spMkLst>
        </pc:spChg>
        <pc:spChg chg="add del">
          <ac:chgData name="Suraj Thakur" userId="35ae5335b235b3bd" providerId="LiveId" clId="{BDCF31BE-9458-4C09-B82D-E8681F94DE92}" dt="2025-12-21T21:14:28.271" v="409" actId="26606"/>
          <ac:spMkLst>
            <pc:docMk/>
            <pc:sldMk cId="3800448768" sldId="268"/>
            <ac:spMk id="11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1:14:28.271" v="409" actId="26606"/>
          <ac:spMkLst>
            <pc:docMk/>
            <pc:sldMk cId="3800448768" sldId="268"/>
            <ac:spMk id="13" creationId="{7271C494-8107-3D61-D611-4FBC7C22A2B8}"/>
          </ac:spMkLst>
        </pc:spChg>
        <pc:spChg chg="add del">
          <ac:chgData name="Suraj Thakur" userId="35ae5335b235b3bd" providerId="LiveId" clId="{BDCF31BE-9458-4C09-B82D-E8681F94DE92}" dt="2025-12-21T21:14:28.428" v="411" actId="26606"/>
          <ac:spMkLst>
            <pc:docMk/>
            <pc:sldMk cId="3800448768" sldId="268"/>
            <ac:spMk id="15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1T21:14:28.428" v="411" actId="26606"/>
          <ac:spMkLst>
            <pc:docMk/>
            <pc:sldMk cId="3800448768" sldId="268"/>
            <ac:spMk id="16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1T21:15:07.032" v="433" actId="26606"/>
          <ac:spMkLst>
            <pc:docMk/>
            <pc:sldMk cId="3800448768" sldId="268"/>
            <ac:spMk id="18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1T21:15:07.032" v="433" actId="26606"/>
          <ac:spMkLst>
            <pc:docMk/>
            <pc:sldMk cId="3800448768" sldId="268"/>
            <ac:spMk id="19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1T21:14:55.590" v="418" actId="26606"/>
          <ac:spMkLst>
            <pc:docMk/>
            <pc:sldMk cId="3800448768" sldId="268"/>
            <ac:spMk id="24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1T21:14:55.590" v="418" actId="26606"/>
          <ac:spMkLst>
            <pc:docMk/>
            <pc:sldMk cId="3800448768" sldId="268"/>
            <ac:spMk id="26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1T21:14:56.607" v="420" actId="26606"/>
          <ac:spMkLst>
            <pc:docMk/>
            <pc:sldMk cId="3800448768" sldId="268"/>
            <ac:spMk id="28" creationId="{9EE42DCE-4A4F-44C4-84E5-261B3BEEF1DA}"/>
          </ac:spMkLst>
        </pc:spChg>
        <pc:spChg chg="add del">
          <ac:chgData name="Suraj Thakur" userId="35ae5335b235b3bd" providerId="LiveId" clId="{BDCF31BE-9458-4C09-B82D-E8681F94DE92}" dt="2025-12-21T21:14:56.607" v="420" actId="26606"/>
          <ac:spMkLst>
            <pc:docMk/>
            <pc:sldMk cId="3800448768" sldId="268"/>
            <ac:spMk id="29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1:14:57.335" v="422" actId="26606"/>
          <ac:spMkLst>
            <pc:docMk/>
            <pc:sldMk cId="3800448768" sldId="268"/>
            <ac:spMk id="31" creationId="{9E10BDB4-64F2-477D-A03B-9F8352D5E02E}"/>
          </ac:spMkLst>
        </pc:spChg>
        <pc:spChg chg="add del">
          <ac:chgData name="Suraj Thakur" userId="35ae5335b235b3bd" providerId="LiveId" clId="{BDCF31BE-9458-4C09-B82D-E8681F94DE92}" dt="2025-12-21T21:14:57.335" v="422" actId="26606"/>
          <ac:spMkLst>
            <pc:docMk/>
            <pc:sldMk cId="3800448768" sldId="268"/>
            <ac:spMk id="32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1:14:57.335" v="422" actId="26606"/>
          <ac:spMkLst>
            <pc:docMk/>
            <pc:sldMk cId="3800448768" sldId="268"/>
            <ac:spMk id="33" creationId="{7271C494-8107-3D61-D611-4FBC7C22A2B8}"/>
          </ac:spMkLst>
        </pc:spChg>
        <pc:spChg chg="add del">
          <ac:chgData name="Suraj Thakur" userId="35ae5335b235b3bd" providerId="LiveId" clId="{BDCF31BE-9458-4C09-B82D-E8681F94DE92}" dt="2025-12-21T21:14:58.588" v="424" actId="26606"/>
          <ac:spMkLst>
            <pc:docMk/>
            <pc:sldMk cId="3800448768" sldId="268"/>
            <ac:spMk id="35" creationId="{9E10BDB4-64F2-477D-A03B-9F8352D5E02E}"/>
          </ac:spMkLst>
        </pc:spChg>
        <pc:spChg chg="add del">
          <ac:chgData name="Suraj Thakur" userId="35ae5335b235b3bd" providerId="LiveId" clId="{BDCF31BE-9458-4C09-B82D-E8681F94DE92}" dt="2025-12-21T21:14:58.588" v="424" actId="26606"/>
          <ac:spMkLst>
            <pc:docMk/>
            <pc:sldMk cId="3800448768" sldId="268"/>
            <ac:spMk id="36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1:14:58.588" v="424" actId="26606"/>
          <ac:spMkLst>
            <pc:docMk/>
            <pc:sldMk cId="3800448768" sldId="268"/>
            <ac:spMk id="37" creationId="{7271C494-8107-3D61-D611-4FBC7C22A2B8}"/>
          </ac:spMkLst>
        </pc:spChg>
        <pc:spChg chg="add del">
          <ac:chgData name="Suraj Thakur" userId="35ae5335b235b3bd" providerId="LiveId" clId="{BDCF31BE-9458-4C09-B82D-E8681F94DE92}" dt="2025-12-21T21:15:00.120" v="426" actId="26606"/>
          <ac:spMkLst>
            <pc:docMk/>
            <pc:sldMk cId="3800448768" sldId="268"/>
            <ac:spMk id="39" creationId="{9EE42DCE-4A4F-44C4-84E5-261B3BEEF1DA}"/>
          </ac:spMkLst>
        </pc:spChg>
        <pc:spChg chg="add del">
          <ac:chgData name="Suraj Thakur" userId="35ae5335b235b3bd" providerId="LiveId" clId="{BDCF31BE-9458-4C09-B82D-E8681F94DE92}" dt="2025-12-21T21:15:00.120" v="426" actId="26606"/>
          <ac:spMkLst>
            <pc:docMk/>
            <pc:sldMk cId="3800448768" sldId="268"/>
            <ac:spMk id="40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1:15:01.171" v="428" actId="26606"/>
          <ac:spMkLst>
            <pc:docMk/>
            <pc:sldMk cId="3800448768" sldId="268"/>
            <ac:spMk id="42" creationId="{9E10BDB4-64F2-477D-A03B-9F8352D5E02E}"/>
          </ac:spMkLst>
        </pc:spChg>
        <pc:spChg chg="add del">
          <ac:chgData name="Suraj Thakur" userId="35ae5335b235b3bd" providerId="LiveId" clId="{BDCF31BE-9458-4C09-B82D-E8681F94DE92}" dt="2025-12-21T21:15:01.171" v="428" actId="26606"/>
          <ac:spMkLst>
            <pc:docMk/>
            <pc:sldMk cId="3800448768" sldId="268"/>
            <ac:spMk id="43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1:15:01.171" v="428" actId="26606"/>
          <ac:spMkLst>
            <pc:docMk/>
            <pc:sldMk cId="3800448768" sldId="268"/>
            <ac:spMk id="44" creationId="{7271C494-8107-3D61-D611-4FBC7C22A2B8}"/>
          </ac:spMkLst>
        </pc:spChg>
        <pc:spChg chg="add del">
          <ac:chgData name="Suraj Thakur" userId="35ae5335b235b3bd" providerId="LiveId" clId="{BDCF31BE-9458-4C09-B82D-E8681F94DE92}" dt="2025-12-21T21:15:02.871" v="430" actId="26606"/>
          <ac:spMkLst>
            <pc:docMk/>
            <pc:sldMk cId="3800448768" sldId="268"/>
            <ac:spMk id="46" creationId="{9E10BDB4-64F2-477D-A03B-9F8352D5E02E}"/>
          </ac:spMkLst>
        </pc:spChg>
        <pc:spChg chg="add del">
          <ac:chgData name="Suraj Thakur" userId="35ae5335b235b3bd" providerId="LiveId" clId="{BDCF31BE-9458-4C09-B82D-E8681F94DE92}" dt="2025-12-21T21:15:02.871" v="430" actId="26606"/>
          <ac:spMkLst>
            <pc:docMk/>
            <pc:sldMk cId="3800448768" sldId="268"/>
            <ac:spMk id="47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1T21:15:02.871" v="430" actId="26606"/>
          <ac:spMkLst>
            <pc:docMk/>
            <pc:sldMk cId="3800448768" sldId="268"/>
            <ac:spMk id="48" creationId="{7271C494-8107-3D61-D611-4FBC7C22A2B8}"/>
          </ac:spMkLst>
        </pc:spChg>
        <pc:spChg chg="add del">
          <ac:chgData name="Suraj Thakur" userId="35ae5335b235b3bd" providerId="LiveId" clId="{BDCF31BE-9458-4C09-B82D-E8681F94DE92}" dt="2025-12-21T21:15:07.016" v="432" actId="26606"/>
          <ac:spMkLst>
            <pc:docMk/>
            <pc:sldMk cId="3800448768" sldId="268"/>
            <ac:spMk id="50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1T21:15:07.016" v="432" actId="26606"/>
          <ac:spMkLst>
            <pc:docMk/>
            <pc:sldMk cId="3800448768" sldId="268"/>
            <ac:spMk id="51" creationId="{A745E793-BC99-8991-71CD-53FFBB6A8F69}"/>
          </ac:spMkLst>
        </pc:spChg>
        <pc:spChg chg="add">
          <ac:chgData name="Suraj Thakur" userId="35ae5335b235b3bd" providerId="LiveId" clId="{BDCF31BE-9458-4C09-B82D-E8681F94DE92}" dt="2025-12-21T21:15:07.032" v="433" actId="26606"/>
          <ac:spMkLst>
            <pc:docMk/>
            <pc:sldMk cId="3800448768" sldId="268"/>
            <ac:spMk id="53" creationId="{4065D9BE-A58D-6E8A-D4A2-5056F3C5E9CA}"/>
          </ac:spMkLst>
        </pc:spChg>
        <pc:spChg chg="add">
          <ac:chgData name="Suraj Thakur" userId="35ae5335b235b3bd" providerId="LiveId" clId="{BDCF31BE-9458-4C09-B82D-E8681F94DE92}" dt="2025-12-21T21:15:07.032" v="433" actId="26606"/>
          <ac:spMkLst>
            <pc:docMk/>
            <pc:sldMk cId="3800448768" sldId="268"/>
            <ac:spMk id="54" creationId="{A745E793-BC99-8991-71CD-53FFBB6A8F69}"/>
          </ac:spMkLst>
        </pc:spChg>
        <pc:graphicFrameChg chg="add mod modGraphic">
          <ac:chgData name="Suraj Thakur" userId="35ae5335b235b3bd" providerId="LiveId" clId="{BDCF31BE-9458-4C09-B82D-E8681F94DE92}" dt="2025-12-21T21:15:02.871" v="430" actId="26606"/>
          <ac:graphicFrameMkLst>
            <pc:docMk/>
            <pc:sldMk cId="3800448768" sldId="268"/>
            <ac:graphicFrameMk id="4" creationId="{B488A77F-478E-BB53-EBED-D0919DF452A4}"/>
          </ac:graphicFrameMkLst>
        </pc:graphicFrameChg>
        <pc:graphicFrameChg chg="add del">
          <ac:chgData name="Suraj Thakur" userId="35ae5335b235b3bd" providerId="LiveId" clId="{BDCF31BE-9458-4C09-B82D-E8681F94DE92}" dt="2025-12-21T21:15:07.016" v="432" actId="26606"/>
          <ac:graphicFrameMkLst>
            <pc:docMk/>
            <pc:sldMk cId="3800448768" sldId="268"/>
            <ac:graphicFrameMk id="21" creationId="{1A9B628A-F76D-15B0-A67B-4F2D3607CD5B}"/>
          </ac:graphicFrameMkLst>
        </pc:graphicFrameChg>
        <pc:graphicFrameChg chg="add">
          <ac:chgData name="Suraj Thakur" userId="35ae5335b235b3bd" providerId="LiveId" clId="{BDCF31BE-9458-4C09-B82D-E8681F94DE92}" dt="2025-12-21T21:15:07.032" v="433" actId="26606"/>
          <ac:graphicFrameMkLst>
            <pc:docMk/>
            <pc:sldMk cId="3800448768" sldId="268"/>
            <ac:graphicFrameMk id="55" creationId="{678E4654-D8B7-444E-0352-7AE7508932FC}"/>
          </ac:graphicFrameMkLst>
        </pc:graphicFrameChg>
      </pc:sldChg>
      <pc:sldChg chg="addSp delSp modSp new mod setBg">
        <pc:chgData name="Suraj Thakur" userId="35ae5335b235b3bd" providerId="LiveId" clId="{BDCF31BE-9458-4C09-B82D-E8681F94DE92}" dt="2025-12-22T06:54:30.201" v="520" actId="123"/>
        <pc:sldMkLst>
          <pc:docMk/>
          <pc:sldMk cId="1782105646" sldId="269"/>
        </pc:sldMkLst>
        <pc:spChg chg="mod">
          <ac:chgData name="Suraj Thakur" userId="35ae5335b235b3bd" providerId="LiveId" clId="{BDCF31BE-9458-4C09-B82D-E8681F94DE92}" dt="2025-12-22T06:52:51.425" v="499" actId="14100"/>
          <ac:spMkLst>
            <pc:docMk/>
            <pc:sldMk cId="1782105646" sldId="269"/>
            <ac:spMk id="2" creationId="{40A28564-7528-289E-A868-7AFC7E6E05E1}"/>
          </ac:spMkLst>
        </pc:spChg>
        <pc:spChg chg="add del mod">
          <ac:chgData name="Suraj Thakur" userId="35ae5335b235b3bd" providerId="LiveId" clId="{BDCF31BE-9458-4C09-B82D-E8681F94DE92}" dt="2025-12-22T06:52:21.369" v="485" actId="26606"/>
          <ac:spMkLst>
            <pc:docMk/>
            <pc:sldMk cId="1782105646" sldId="269"/>
            <ac:spMk id="3" creationId="{56A7981C-BA17-73DF-3C74-BA9FCEF974C9}"/>
          </ac:spMkLst>
        </pc:spChg>
        <pc:spChg chg="add mod">
          <ac:chgData name="Suraj Thakur" userId="35ae5335b235b3bd" providerId="LiveId" clId="{BDCF31BE-9458-4C09-B82D-E8681F94DE92}" dt="2025-12-22T06:54:30.201" v="520" actId="123"/>
          <ac:spMkLst>
            <pc:docMk/>
            <pc:sldMk cId="1782105646" sldId="269"/>
            <ac:spMk id="5" creationId="{ED641147-9B74-AD3A-F6D9-19DDCBF4E078}"/>
          </ac:spMkLst>
        </pc:spChg>
        <pc:spChg chg="add del">
          <ac:chgData name="Suraj Thakur" userId="35ae5335b235b3bd" providerId="LiveId" clId="{BDCF31BE-9458-4C09-B82D-E8681F94DE92}" dt="2025-12-22T06:51:36.099" v="463" actId="26606"/>
          <ac:spMkLst>
            <pc:docMk/>
            <pc:sldMk cId="1782105646" sldId="269"/>
            <ac:spMk id="9" creationId="{9E10BDB4-64F2-477D-A03B-9F8352D5E02E}"/>
          </ac:spMkLst>
        </pc:spChg>
        <pc:spChg chg="add del">
          <ac:chgData name="Suraj Thakur" userId="35ae5335b235b3bd" providerId="LiveId" clId="{BDCF31BE-9458-4C09-B82D-E8681F94DE92}" dt="2025-12-22T06:51:36.099" v="463" actId="26606"/>
          <ac:spMkLst>
            <pc:docMk/>
            <pc:sldMk cId="1782105646" sldId="269"/>
            <ac:spMk id="11" creationId="{887F59F2-5FBC-40CD-AD35-376AECE49EA6}"/>
          </ac:spMkLst>
        </pc:spChg>
        <pc:spChg chg="add del">
          <ac:chgData name="Suraj Thakur" userId="35ae5335b235b3bd" providerId="LiveId" clId="{BDCF31BE-9458-4C09-B82D-E8681F94DE92}" dt="2025-12-22T06:51:36.099" v="463" actId="26606"/>
          <ac:spMkLst>
            <pc:docMk/>
            <pc:sldMk cId="1782105646" sldId="269"/>
            <ac:spMk id="13" creationId="{759AF1ED-B4DF-4FC4-0966-1A758E6CA912}"/>
          </ac:spMkLst>
        </pc:spChg>
        <pc:spChg chg="add del">
          <ac:chgData name="Suraj Thakur" userId="35ae5335b235b3bd" providerId="LiveId" clId="{BDCF31BE-9458-4C09-B82D-E8681F94DE92}" dt="2025-12-22T06:51:37.741" v="465" actId="26606"/>
          <ac:spMkLst>
            <pc:docMk/>
            <pc:sldMk cId="1782105646" sldId="269"/>
            <ac:spMk id="15" creationId="{0EC38958-9A69-239A-BA79-2AEC73345F4B}"/>
          </ac:spMkLst>
        </pc:spChg>
        <pc:spChg chg="add del">
          <ac:chgData name="Suraj Thakur" userId="35ae5335b235b3bd" providerId="LiveId" clId="{BDCF31BE-9458-4C09-B82D-E8681F94DE92}" dt="2025-12-22T06:51:37.741" v="465" actId="26606"/>
          <ac:spMkLst>
            <pc:docMk/>
            <pc:sldMk cId="1782105646" sldId="269"/>
            <ac:spMk id="16" creationId="{6EC109E5-0396-8968-4F42-DFEC280363B6}"/>
          </ac:spMkLst>
        </pc:spChg>
        <pc:spChg chg="add del">
          <ac:chgData name="Suraj Thakur" userId="35ae5335b235b3bd" providerId="LiveId" clId="{BDCF31BE-9458-4C09-B82D-E8681F94DE92}" dt="2025-12-22T06:51:39.421" v="467" actId="26606"/>
          <ac:spMkLst>
            <pc:docMk/>
            <pc:sldMk cId="1782105646" sldId="269"/>
            <ac:spMk id="18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1:39.421" v="467" actId="26606"/>
          <ac:spMkLst>
            <pc:docMk/>
            <pc:sldMk cId="1782105646" sldId="269"/>
            <ac:spMk id="19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2T06:51:40.550" v="469" actId="26606"/>
          <ac:spMkLst>
            <pc:docMk/>
            <pc:sldMk cId="1782105646" sldId="269"/>
            <ac:spMk id="21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1:40.550" v="469" actId="26606"/>
          <ac:spMkLst>
            <pc:docMk/>
            <pc:sldMk cId="1782105646" sldId="269"/>
            <ac:spMk id="22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2T06:51:41.759" v="471" actId="26606"/>
          <ac:spMkLst>
            <pc:docMk/>
            <pc:sldMk cId="1782105646" sldId="269"/>
            <ac:spMk id="24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1:41.759" v="471" actId="26606"/>
          <ac:spMkLst>
            <pc:docMk/>
            <pc:sldMk cId="1782105646" sldId="269"/>
            <ac:spMk id="25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2T06:51:43.024" v="473" actId="26606"/>
          <ac:spMkLst>
            <pc:docMk/>
            <pc:sldMk cId="1782105646" sldId="269"/>
            <ac:spMk id="27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1:43.024" v="473" actId="26606"/>
          <ac:spMkLst>
            <pc:docMk/>
            <pc:sldMk cId="1782105646" sldId="269"/>
            <ac:spMk id="28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2T06:51:44.031" v="475" actId="26606"/>
          <ac:spMkLst>
            <pc:docMk/>
            <pc:sldMk cId="1782105646" sldId="269"/>
            <ac:spMk id="30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1:44.031" v="475" actId="26606"/>
          <ac:spMkLst>
            <pc:docMk/>
            <pc:sldMk cId="1782105646" sldId="269"/>
            <ac:spMk id="31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2T06:51:57.244" v="477" actId="26606"/>
          <ac:spMkLst>
            <pc:docMk/>
            <pc:sldMk cId="1782105646" sldId="269"/>
            <ac:spMk id="33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1:57.244" v="477" actId="26606"/>
          <ac:spMkLst>
            <pc:docMk/>
            <pc:sldMk cId="1782105646" sldId="269"/>
            <ac:spMk id="34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2T06:52:21.369" v="485" actId="26606"/>
          <ac:spMkLst>
            <pc:docMk/>
            <pc:sldMk cId="1782105646" sldId="269"/>
            <ac:spMk id="36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2:21.369" v="485" actId="26606"/>
          <ac:spMkLst>
            <pc:docMk/>
            <pc:sldMk cId="1782105646" sldId="269"/>
            <ac:spMk id="37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2T06:52:13.604" v="482" actId="26606"/>
          <ac:spMkLst>
            <pc:docMk/>
            <pc:sldMk cId="1782105646" sldId="269"/>
            <ac:spMk id="42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2:13.604" v="482" actId="26606"/>
          <ac:spMkLst>
            <pc:docMk/>
            <pc:sldMk cId="1782105646" sldId="269"/>
            <ac:spMk id="44" creationId="{A745E793-BC99-8991-71CD-53FFBB6A8F69}"/>
          </ac:spMkLst>
        </pc:spChg>
        <pc:spChg chg="add del">
          <ac:chgData name="Suraj Thakur" userId="35ae5335b235b3bd" providerId="LiveId" clId="{BDCF31BE-9458-4C09-B82D-E8681F94DE92}" dt="2025-12-22T06:52:21.338" v="484" actId="26606"/>
          <ac:spMkLst>
            <pc:docMk/>
            <pc:sldMk cId="1782105646" sldId="269"/>
            <ac:spMk id="46" creationId="{4065D9BE-A58D-6E8A-D4A2-5056F3C5E9CA}"/>
          </ac:spMkLst>
        </pc:spChg>
        <pc:spChg chg="add del">
          <ac:chgData name="Suraj Thakur" userId="35ae5335b235b3bd" providerId="LiveId" clId="{BDCF31BE-9458-4C09-B82D-E8681F94DE92}" dt="2025-12-22T06:52:21.338" v="484" actId="26606"/>
          <ac:spMkLst>
            <pc:docMk/>
            <pc:sldMk cId="1782105646" sldId="269"/>
            <ac:spMk id="47" creationId="{A745E793-BC99-8991-71CD-53FFBB6A8F69}"/>
          </ac:spMkLst>
        </pc:spChg>
        <pc:spChg chg="add">
          <ac:chgData name="Suraj Thakur" userId="35ae5335b235b3bd" providerId="LiveId" clId="{BDCF31BE-9458-4C09-B82D-E8681F94DE92}" dt="2025-12-22T06:52:21.369" v="485" actId="26606"/>
          <ac:spMkLst>
            <pc:docMk/>
            <pc:sldMk cId="1782105646" sldId="269"/>
            <ac:spMk id="49" creationId="{4065D9BE-A58D-6E8A-D4A2-5056F3C5E9CA}"/>
          </ac:spMkLst>
        </pc:spChg>
        <pc:spChg chg="add">
          <ac:chgData name="Suraj Thakur" userId="35ae5335b235b3bd" providerId="LiveId" clId="{BDCF31BE-9458-4C09-B82D-E8681F94DE92}" dt="2025-12-22T06:52:21.369" v="485" actId="26606"/>
          <ac:spMkLst>
            <pc:docMk/>
            <pc:sldMk cId="1782105646" sldId="269"/>
            <ac:spMk id="50" creationId="{A745E793-BC99-8991-71CD-53FFBB6A8F69}"/>
          </ac:spMkLst>
        </pc:spChg>
        <pc:graphicFrameChg chg="add mod modGraphic">
          <ac:chgData name="Suraj Thakur" userId="35ae5335b235b3bd" providerId="LiveId" clId="{BDCF31BE-9458-4C09-B82D-E8681F94DE92}" dt="2025-12-22T06:53:37.495" v="505" actId="1076"/>
          <ac:graphicFrameMkLst>
            <pc:docMk/>
            <pc:sldMk cId="1782105646" sldId="269"/>
            <ac:graphicFrameMk id="4" creationId="{5CDE1CF2-3542-DBCC-6F83-F2014F70BB1F}"/>
          </ac:graphicFrameMkLst>
        </pc:graphicFrameChg>
        <pc:graphicFrameChg chg="add del">
          <ac:chgData name="Suraj Thakur" userId="35ae5335b235b3bd" providerId="LiveId" clId="{BDCF31BE-9458-4C09-B82D-E8681F94DE92}" dt="2025-12-22T06:52:21.338" v="484" actId="26606"/>
          <ac:graphicFrameMkLst>
            <pc:docMk/>
            <pc:sldMk cId="1782105646" sldId="269"/>
            <ac:graphicFrameMk id="39" creationId="{9F0DAAE0-778B-AE1C-0F66-D6F3BB1FB8DC}"/>
          </ac:graphicFrameMkLst>
        </pc:graphicFrameChg>
        <pc:graphicFrameChg chg="add mod modGraphic">
          <ac:chgData name="Suraj Thakur" userId="35ae5335b235b3bd" providerId="LiveId" clId="{BDCF31BE-9458-4C09-B82D-E8681F94DE92}" dt="2025-12-22T06:53:43.470" v="507" actId="1076"/>
          <ac:graphicFrameMkLst>
            <pc:docMk/>
            <pc:sldMk cId="1782105646" sldId="269"/>
            <ac:graphicFrameMk id="51" creationId="{AE178741-7B72-AC2C-539F-C1855DC085C6}"/>
          </ac:graphicFrameMkLst>
        </pc:graphicFrameChg>
      </pc:sldChg>
      <pc:sldChg chg="addSp delSp modSp new mod">
        <pc:chgData name="Suraj Thakur" userId="35ae5335b235b3bd" providerId="LiveId" clId="{BDCF31BE-9458-4C09-B82D-E8681F94DE92}" dt="2025-12-22T07:05:23.891" v="613" actId="122"/>
        <pc:sldMkLst>
          <pc:docMk/>
          <pc:sldMk cId="632177056" sldId="270"/>
        </pc:sldMkLst>
        <pc:spChg chg="mod">
          <ac:chgData name="Suraj Thakur" userId="35ae5335b235b3bd" providerId="LiveId" clId="{BDCF31BE-9458-4C09-B82D-E8681F94DE92}" dt="2025-12-22T06:57:07.564" v="528" actId="14100"/>
          <ac:spMkLst>
            <pc:docMk/>
            <pc:sldMk cId="632177056" sldId="270"/>
            <ac:spMk id="2" creationId="{886BFC3C-EF78-8095-1FB4-E8977C7C75C4}"/>
          </ac:spMkLst>
        </pc:spChg>
        <pc:spChg chg="del mod">
          <ac:chgData name="Suraj Thakur" userId="35ae5335b235b3bd" providerId="LiveId" clId="{BDCF31BE-9458-4C09-B82D-E8681F94DE92}" dt="2025-12-22T07:01:20.935" v="554" actId="26606"/>
          <ac:spMkLst>
            <pc:docMk/>
            <pc:sldMk cId="632177056" sldId="270"/>
            <ac:spMk id="3" creationId="{05E2F8AB-5986-2BCD-0CD5-4B7C425482AC}"/>
          </ac:spMkLst>
        </pc:spChg>
        <pc:graphicFrameChg chg="add mod modGraphic">
          <ac:chgData name="Suraj Thakur" userId="35ae5335b235b3bd" providerId="LiveId" clId="{BDCF31BE-9458-4C09-B82D-E8681F94DE92}" dt="2025-12-22T07:01:51.712" v="561" actId="1076"/>
          <ac:graphicFrameMkLst>
            <pc:docMk/>
            <pc:sldMk cId="632177056" sldId="270"/>
            <ac:graphicFrameMk id="4" creationId="{92CF2ACB-520F-081C-FEBB-ABA35612B08F}"/>
          </ac:graphicFrameMkLst>
        </pc:graphicFrameChg>
        <pc:graphicFrameChg chg="add mod modGraphic">
          <ac:chgData name="Suraj Thakur" userId="35ae5335b235b3bd" providerId="LiveId" clId="{BDCF31BE-9458-4C09-B82D-E8681F94DE92}" dt="2025-12-22T07:02:05.518" v="564" actId="14100"/>
          <ac:graphicFrameMkLst>
            <pc:docMk/>
            <pc:sldMk cId="632177056" sldId="270"/>
            <ac:graphicFrameMk id="5" creationId="{4DEA81F1-89E7-01F8-99BA-E65D3F5B2635}"/>
          </ac:graphicFrameMkLst>
        </pc:graphicFrameChg>
        <pc:graphicFrameChg chg="add mod modGraphic">
          <ac:chgData name="Suraj Thakur" userId="35ae5335b235b3bd" providerId="LiveId" clId="{BDCF31BE-9458-4C09-B82D-E8681F94DE92}" dt="2025-12-22T07:05:23.891" v="613" actId="122"/>
          <ac:graphicFrameMkLst>
            <pc:docMk/>
            <pc:sldMk cId="632177056" sldId="270"/>
            <ac:graphicFrameMk id="6" creationId="{993D810C-584F-95E9-0E9F-3002BCB14CD6}"/>
          </ac:graphicFrameMkLst>
        </pc:graphicFrameChg>
      </pc:sldChg>
      <pc:sldChg chg="addSp delSp modSp new">
        <pc:chgData name="Suraj Thakur" userId="35ae5335b235b3bd" providerId="LiveId" clId="{BDCF31BE-9458-4C09-B82D-E8681F94DE92}" dt="2025-12-22T07:00:24.517" v="547"/>
        <pc:sldMkLst>
          <pc:docMk/>
          <pc:sldMk cId="718552410" sldId="271"/>
        </pc:sldMkLst>
        <pc:spChg chg="mod">
          <ac:chgData name="Suraj Thakur" userId="35ae5335b235b3bd" providerId="LiveId" clId="{BDCF31BE-9458-4C09-B82D-E8681F94DE92}" dt="2025-12-22T07:00:18.648" v="546"/>
          <ac:spMkLst>
            <pc:docMk/>
            <pc:sldMk cId="718552410" sldId="271"/>
            <ac:spMk id="2" creationId="{9A5C15CE-84AE-C4E2-727A-985376FB4B31}"/>
          </ac:spMkLst>
        </pc:spChg>
        <pc:spChg chg="del">
          <ac:chgData name="Suraj Thakur" userId="35ae5335b235b3bd" providerId="LiveId" clId="{BDCF31BE-9458-4C09-B82D-E8681F94DE92}" dt="2025-12-22T07:00:24.517" v="547"/>
          <ac:spMkLst>
            <pc:docMk/>
            <pc:sldMk cId="718552410" sldId="271"/>
            <ac:spMk id="3" creationId="{328BD456-57A6-916C-D403-487950DC226E}"/>
          </ac:spMkLst>
        </pc:spChg>
        <pc:graphicFrameChg chg="add mod">
          <ac:chgData name="Suraj Thakur" userId="35ae5335b235b3bd" providerId="LiveId" clId="{BDCF31BE-9458-4C09-B82D-E8681F94DE92}" dt="2025-12-22T07:00:24.517" v="547"/>
          <ac:graphicFrameMkLst>
            <pc:docMk/>
            <pc:sldMk cId="718552410" sldId="271"/>
            <ac:graphicFrameMk id="4" creationId="{B920B41A-9062-398C-23E5-07611557C3FE}"/>
          </ac:graphicFrameMkLst>
        </pc:graphicFrameChg>
      </pc:sldChg>
      <pc:sldChg chg="addSp delSp modSp new">
        <pc:chgData name="Suraj Thakur" userId="35ae5335b235b3bd" providerId="LiveId" clId="{BDCF31BE-9458-4C09-B82D-E8681F94DE92}" dt="2025-12-22T07:00:44.003" v="550"/>
        <pc:sldMkLst>
          <pc:docMk/>
          <pc:sldMk cId="4043505510" sldId="272"/>
        </pc:sldMkLst>
        <pc:spChg chg="mod">
          <ac:chgData name="Suraj Thakur" userId="35ae5335b235b3bd" providerId="LiveId" clId="{BDCF31BE-9458-4C09-B82D-E8681F94DE92}" dt="2025-12-22T07:00:38.543" v="549"/>
          <ac:spMkLst>
            <pc:docMk/>
            <pc:sldMk cId="4043505510" sldId="272"/>
            <ac:spMk id="2" creationId="{AEF7FD7C-D42B-48D6-18A8-C54FFDB82A71}"/>
          </ac:spMkLst>
        </pc:spChg>
        <pc:spChg chg="del">
          <ac:chgData name="Suraj Thakur" userId="35ae5335b235b3bd" providerId="LiveId" clId="{BDCF31BE-9458-4C09-B82D-E8681F94DE92}" dt="2025-12-22T07:00:44.003" v="550"/>
          <ac:spMkLst>
            <pc:docMk/>
            <pc:sldMk cId="4043505510" sldId="272"/>
            <ac:spMk id="3" creationId="{3DC6620C-40F2-C823-60BF-57D4A1570114}"/>
          </ac:spMkLst>
        </pc:spChg>
        <pc:graphicFrameChg chg="add mod">
          <ac:chgData name="Suraj Thakur" userId="35ae5335b235b3bd" providerId="LiveId" clId="{BDCF31BE-9458-4C09-B82D-E8681F94DE92}" dt="2025-12-22T07:00:44.003" v="550"/>
          <ac:graphicFrameMkLst>
            <pc:docMk/>
            <pc:sldMk cId="4043505510" sldId="272"/>
            <ac:graphicFrameMk id="4" creationId="{AC5F40B1-2F02-6D9F-5E1C-3AD94C699088}"/>
          </ac:graphicFrameMkLst>
        </pc:graphicFrameChg>
      </pc:sldChg>
      <pc:sldChg chg="addSp delSp modSp new">
        <pc:chgData name="Suraj Thakur" userId="35ae5335b235b3bd" providerId="LiveId" clId="{BDCF31BE-9458-4C09-B82D-E8681F94DE92}" dt="2025-12-22T07:01:05.723" v="553"/>
        <pc:sldMkLst>
          <pc:docMk/>
          <pc:sldMk cId="438903489" sldId="273"/>
        </pc:sldMkLst>
        <pc:spChg chg="mod">
          <ac:chgData name="Suraj Thakur" userId="35ae5335b235b3bd" providerId="LiveId" clId="{BDCF31BE-9458-4C09-B82D-E8681F94DE92}" dt="2025-12-22T07:01:00.313" v="552"/>
          <ac:spMkLst>
            <pc:docMk/>
            <pc:sldMk cId="438903489" sldId="273"/>
            <ac:spMk id="2" creationId="{FD98E0BF-B44C-DA78-80BA-9E4516768160}"/>
          </ac:spMkLst>
        </pc:spChg>
        <pc:spChg chg="del">
          <ac:chgData name="Suraj Thakur" userId="35ae5335b235b3bd" providerId="LiveId" clId="{BDCF31BE-9458-4C09-B82D-E8681F94DE92}" dt="2025-12-22T07:01:05.723" v="553"/>
          <ac:spMkLst>
            <pc:docMk/>
            <pc:sldMk cId="438903489" sldId="273"/>
            <ac:spMk id="3" creationId="{8F1922CD-EC23-44A8-E1E3-9F78EB3AB0FE}"/>
          </ac:spMkLst>
        </pc:spChg>
        <pc:graphicFrameChg chg="add mod">
          <ac:chgData name="Suraj Thakur" userId="35ae5335b235b3bd" providerId="LiveId" clId="{BDCF31BE-9458-4C09-B82D-E8681F94DE92}" dt="2025-12-22T07:01:05.723" v="553"/>
          <ac:graphicFrameMkLst>
            <pc:docMk/>
            <pc:sldMk cId="438903489" sldId="273"/>
            <ac:graphicFrameMk id="4" creationId="{5864365C-DBCB-EB50-EEB2-77FB984DFA2A}"/>
          </ac:graphicFrameMkLst>
        </pc:graphicFrameChg>
      </pc:sldChg>
      <pc:sldChg chg="addSp delSp modSp new mod">
        <pc:chgData name="Suraj Thakur" userId="35ae5335b235b3bd" providerId="LiveId" clId="{BDCF31BE-9458-4C09-B82D-E8681F94DE92}" dt="2025-12-22T07:07:05.186" v="640" actId="26606"/>
        <pc:sldMkLst>
          <pc:docMk/>
          <pc:sldMk cId="889699146" sldId="274"/>
        </pc:sldMkLst>
        <pc:spChg chg="mod">
          <ac:chgData name="Suraj Thakur" userId="35ae5335b235b3bd" providerId="LiveId" clId="{BDCF31BE-9458-4C09-B82D-E8681F94DE92}" dt="2025-12-22T07:06:45.858" v="619"/>
          <ac:spMkLst>
            <pc:docMk/>
            <pc:sldMk cId="889699146" sldId="274"/>
            <ac:spMk id="2" creationId="{8B782EA8-D3C4-3188-7E1D-A765C70A60A3}"/>
          </ac:spMkLst>
        </pc:spChg>
        <pc:spChg chg="add del mod">
          <ac:chgData name="Suraj Thakur" userId="35ae5335b235b3bd" providerId="LiveId" clId="{BDCF31BE-9458-4C09-B82D-E8681F94DE92}" dt="2025-12-22T07:07:05.186" v="640" actId="26606"/>
          <ac:spMkLst>
            <pc:docMk/>
            <pc:sldMk cId="889699146" sldId="274"/>
            <ac:spMk id="3" creationId="{F43BE645-8E45-1E06-0F90-87700A2D1FA4}"/>
          </ac:spMkLst>
        </pc:spChg>
        <pc:graphicFrameChg chg="add del">
          <ac:chgData name="Suraj Thakur" userId="35ae5335b235b3bd" providerId="LiveId" clId="{BDCF31BE-9458-4C09-B82D-E8681F94DE92}" dt="2025-12-22T07:07:05.172" v="639" actId="26606"/>
          <ac:graphicFrameMkLst>
            <pc:docMk/>
            <pc:sldMk cId="889699146" sldId="274"/>
            <ac:graphicFrameMk id="5" creationId="{BFA77099-E239-3936-82AD-8B1143DDB87A}"/>
          </ac:graphicFrameMkLst>
        </pc:graphicFrameChg>
        <pc:graphicFrameChg chg="add">
          <ac:chgData name="Suraj Thakur" userId="35ae5335b235b3bd" providerId="LiveId" clId="{BDCF31BE-9458-4C09-B82D-E8681F94DE92}" dt="2025-12-22T07:07:05.186" v="640" actId="26606"/>
          <ac:graphicFrameMkLst>
            <pc:docMk/>
            <pc:sldMk cId="889699146" sldId="274"/>
            <ac:graphicFrameMk id="7" creationId="{287607A9-40B9-8042-64CF-3A5CA7EBB7C4}"/>
          </ac:graphicFrameMkLst>
        </pc:graphicFrameChg>
      </pc:sldChg>
      <pc:sldChg chg="addSp modSp new mod setBg">
        <pc:chgData name="Suraj Thakur" userId="35ae5335b235b3bd" providerId="LiveId" clId="{BDCF31BE-9458-4C09-B82D-E8681F94DE92}" dt="2025-12-22T07:11:16.506" v="667" actId="26606"/>
        <pc:sldMkLst>
          <pc:docMk/>
          <pc:sldMk cId="3535728537" sldId="275"/>
        </pc:sldMkLst>
        <pc:spChg chg="mod">
          <ac:chgData name="Suraj Thakur" userId="35ae5335b235b3bd" providerId="LiveId" clId="{BDCF31BE-9458-4C09-B82D-E8681F94DE92}" dt="2025-12-22T07:11:16.506" v="667" actId="26606"/>
          <ac:spMkLst>
            <pc:docMk/>
            <pc:sldMk cId="3535728537" sldId="275"/>
            <ac:spMk id="2" creationId="{BD5035CA-C4E8-027C-0AE4-744A6701A971}"/>
          </ac:spMkLst>
        </pc:spChg>
        <pc:spChg chg="mod">
          <ac:chgData name="Suraj Thakur" userId="35ae5335b235b3bd" providerId="LiveId" clId="{BDCF31BE-9458-4C09-B82D-E8681F94DE92}" dt="2025-12-22T07:11:16.506" v="667" actId="26606"/>
          <ac:spMkLst>
            <pc:docMk/>
            <pc:sldMk cId="3535728537" sldId="275"/>
            <ac:spMk id="3" creationId="{B618AE0D-9240-8A69-B61C-DF60C400A53C}"/>
          </ac:spMkLst>
        </pc:spChg>
        <pc:spChg chg="add">
          <ac:chgData name="Suraj Thakur" userId="35ae5335b235b3bd" providerId="LiveId" clId="{BDCF31BE-9458-4C09-B82D-E8681F94DE92}" dt="2025-12-22T07:11:16.506" v="667" actId="26606"/>
          <ac:spMkLst>
            <pc:docMk/>
            <pc:sldMk cId="3535728537" sldId="275"/>
            <ac:spMk id="9" creationId="{9E10BDB4-64F2-477D-A03B-9F8352D5E02E}"/>
          </ac:spMkLst>
        </pc:spChg>
        <pc:spChg chg="add">
          <ac:chgData name="Suraj Thakur" userId="35ae5335b235b3bd" providerId="LiveId" clId="{BDCF31BE-9458-4C09-B82D-E8681F94DE92}" dt="2025-12-22T07:11:16.506" v="667" actId="26606"/>
          <ac:spMkLst>
            <pc:docMk/>
            <pc:sldMk cId="3535728537" sldId="275"/>
            <ac:spMk id="11" creationId="{887F59F2-5FBC-40CD-AD35-376AECE49EA6}"/>
          </ac:spMkLst>
        </pc:spChg>
        <pc:spChg chg="add">
          <ac:chgData name="Suraj Thakur" userId="35ae5335b235b3bd" providerId="LiveId" clId="{BDCF31BE-9458-4C09-B82D-E8681F94DE92}" dt="2025-12-22T07:11:16.506" v="667" actId="26606"/>
          <ac:spMkLst>
            <pc:docMk/>
            <pc:sldMk cId="3535728537" sldId="275"/>
            <ac:spMk id="13" creationId="{7271C494-8107-3D61-D611-4FBC7C22A2B8}"/>
          </ac:spMkLst>
        </pc:spChg>
        <pc:graphicFrameChg chg="add mod">
          <ac:chgData name="Suraj Thakur" userId="35ae5335b235b3bd" providerId="LiveId" clId="{BDCF31BE-9458-4C09-B82D-E8681F94DE92}" dt="2025-12-22T07:11:16.506" v="667" actId="26606"/>
          <ac:graphicFrameMkLst>
            <pc:docMk/>
            <pc:sldMk cId="3535728537" sldId="275"/>
            <ac:graphicFrameMk id="4" creationId="{C306EE8B-9AEC-389E-F077-A27B588AA8BA}"/>
          </ac:graphicFrameMkLst>
        </pc:graphicFrameChg>
      </pc:sldChg>
      <pc:sldChg chg="addSp delSp modSp new mod">
        <pc:chgData name="Suraj Thakur" userId="35ae5335b235b3bd" providerId="LiveId" clId="{BDCF31BE-9458-4C09-B82D-E8681F94DE92}" dt="2025-12-22T07:17:33.665" v="725" actId="20577"/>
        <pc:sldMkLst>
          <pc:docMk/>
          <pc:sldMk cId="526198431" sldId="276"/>
        </pc:sldMkLst>
        <pc:spChg chg="mod">
          <ac:chgData name="Suraj Thakur" userId="35ae5335b235b3bd" providerId="LiveId" clId="{BDCF31BE-9458-4C09-B82D-E8681F94DE92}" dt="2025-12-22T07:14:27.489" v="679" actId="14100"/>
          <ac:spMkLst>
            <pc:docMk/>
            <pc:sldMk cId="526198431" sldId="276"/>
            <ac:spMk id="2" creationId="{D172FCFB-3420-58AA-1267-470A8FEECA34}"/>
          </ac:spMkLst>
        </pc:spChg>
        <pc:spChg chg="add del mod">
          <ac:chgData name="Suraj Thakur" userId="35ae5335b235b3bd" providerId="LiveId" clId="{BDCF31BE-9458-4C09-B82D-E8681F94DE92}" dt="2025-12-22T07:16:56.769" v="709" actId="26606"/>
          <ac:spMkLst>
            <pc:docMk/>
            <pc:sldMk cId="526198431" sldId="276"/>
            <ac:spMk id="3" creationId="{3D1063C3-962D-70F4-4219-3DA7A012D780}"/>
          </ac:spMkLst>
        </pc:spChg>
        <pc:spChg chg="add mod">
          <ac:chgData name="Suraj Thakur" userId="35ae5335b235b3bd" providerId="LiveId" clId="{BDCF31BE-9458-4C09-B82D-E8681F94DE92}" dt="2025-12-22T07:17:33.665" v="725" actId="20577"/>
          <ac:spMkLst>
            <pc:docMk/>
            <pc:sldMk cId="526198431" sldId="276"/>
            <ac:spMk id="5" creationId="{2C1D4BDB-4718-9B48-20CE-5E579BCF897B}"/>
          </ac:spMkLst>
        </pc:spChg>
        <pc:graphicFrameChg chg="add del">
          <ac:chgData name="Suraj Thakur" userId="35ae5335b235b3bd" providerId="LiveId" clId="{BDCF31BE-9458-4C09-B82D-E8681F94DE92}" dt="2025-12-22T07:16:56.735" v="708" actId="26606"/>
          <ac:graphicFrameMkLst>
            <pc:docMk/>
            <pc:sldMk cId="526198431" sldId="276"/>
            <ac:graphicFrameMk id="7" creationId="{932910B4-A99B-05FB-29D6-6CFA542079AD}"/>
          </ac:graphicFrameMkLst>
        </pc:graphicFrameChg>
        <pc:graphicFrameChg chg="add modGraphic">
          <ac:chgData name="Suraj Thakur" userId="35ae5335b235b3bd" providerId="LiveId" clId="{BDCF31BE-9458-4C09-B82D-E8681F94DE92}" dt="2025-12-22T07:17:26.030" v="721" actId="26606"/>
          <ac:graphicFrameMkLst>
            <pc:docMk/>
            <pc:sldMk cId="526198431" sldId="276"/>
            <ac:graphicFrameMk id="9" creationId="{8F753F7D-FF8C-2745-4C95-4A395723002D}"/>
          </ac:graphicFrameMkLst>
        </pc:graphicFrameChg>
      </pc:sldChg>
      <pc:sldChg chg="addSp delSp modSp new mod setBg modClrScheme delDesignElem chgLayout">
        <pc:chgData name="Suraj Thakur" userId="35ae5335b235b3bd" providerId="LiveId" clId="{BDCF31BE-9458-4C09-B82D-E8681F94DE92}" dt="2025-12-22T07:19:10.210" v="762" actId="26606"/>
        <pc:sldMkLst>
          <pc:docMk/>
          <pc:sldMk cId="171082564" sldId="277"/>
        </pc:sldMkLst>
        <pc:spChg chg="mod ord">
          <ac:chgData name="Suraj Thakur" userId="35ae5335b235b3bd" providerId="LiveId" clId="{BDCF31BE-9458-4C09-B82D-E8681F94DE92}" dt="2025-12-22T07:19:10.210" v="762" actId="26606"/>
          <ac:spMkLst>
            <pc:docMk/>
            <pc:sldMk cId="171082564" sldId="277"/>
            <ac:spMk id="2" creationId="{737CD673-D1A8-3945-9A5A-CD0E94951B92}"/>
          </ac:spMkLst>
        </pc:spChg>
        <pc:spChg chg="del">
          <ac:chgData name="Suraj Thakur" userId="35ae5335b235b3bd" providerId="LiveId" clId="{BDCF31BE-9458-4C09-B82D-E8681F94DE92}" dt="2025-12-22T07:18:06.531" v="739" actId="26606"/>
          <ac:spMkLst>
            <pc:docMk/>
            <pc:sldMk cId="171082564" sldId="277"/>
            <ac:spMk id="3" creationId="{ED46D791-F5C3-8368-1502-EE87F5196642}"/>
          </ac:spMkLst>
        </pc:spChg>
        <pc:spChg chg="add">
          <ac:chgData name="Suraj Thakur" userId="35ae5335b235b3bd" providerId="LiveId" clId="{BDCF31BE-9458-4C09-B82D-E8681F94DE92}" dt="2025-12-22T07:19:10.210" v="762" actId="26606"/>
          <ac:spMkLst>
            <pc:docMk/>
            <pc:sldMk cId="171082564" sldId="277"/>
            <ac:spMk id="9" creationId="{774A975B-A886-5202-0489-6965514A0D14}"/>
          </ac:spMkLst>
        </pc:spChg>
        <pc:spChg chg="add del">
          <ac:chgData name="Suraj Thakur" userId="35ae5335b235b3bd" providerId="LiveId" clId="{BDCF31BE-9458-4C09-B82D-E8681F94DE92}" dt="2025-12-22T07:18:45.789" v="740" actId="700"/>
          <ac:spMkLst>
            <pc:docMk/>
            <pc:sldMk cId="171082564" sldId="277"/>
            <ac:spMk id="10" creationId="{774A975B-A886-5202-0489-6965514A0D14}"/>
          </ac:spMkLst>
        </pc:spChg>
        <pc:spChg chg="add">
          <ac:chgData name="Suraj Thakur" userId="35ae5335b235b3bd" providerId="LiveId" clId="{BDCF31BE-9458-4C09-B82D-E8681F94DE92}" dt="2025-12-22T07:19:10.210" v="762" actId="26606"/>
          <ac:spMkLst>
            <pc:docMk/>
            <pc:sldMk cId="171082564" sldId="277"/>
            <ac:spMk id="11" creationId="{EA67E988-5919-57BB-C7DE-D3EAD38A3045}"/>
          </ac:spMkLst>
        </pc:spChg>
        <pc:spChg chg="add del">
          <ac:chgData name="Suraj Thakur" userId="35ae5335b235b3bd" providerId="LiveId" clId="{BDCF31BE-9458-4C09-B82D-E8681F94DE92}" dt="2025-12-22T07:18:45.789" v="740" actId="700"/>
          <ac:spMkLst>
            <pc:docMk/>
            <pc:sldMk cId="171082564" sldId="277"/>
            <ac:spMk id="12" creationId="{EA67E988-5919-57BB-C7DE-D3EAD38A3045}"/>
          </ac:spMkLst>
        </pc:spChg>
        <pc:spChg chg="add">
          <ac:chgData name="Suraj Thakur" userId="35ae5335b235b3bd" providerId="LiveId" clId="{BDCF31BE-9458-4C09-B82D-E8681F94DE92}" dt="2025-12-22T07:19:10.210" v="762" actId="26606"/>
          <ac:spMkLst>
            <pc:docMk/>
            <pc:sldMk cId="171082564" sldId="277"/>
            <ac:spMk id="13" creationId="{FAF3766F-DEF3-4802-BB0D-7A18EDD9704F}"/>
          </ac:spMkLst>
        </pc:spChg>
        <pc:spChg chg="add del">
          <ac:chgData name="Suraj Thakur" userId="35ae5335b235b3bd" providerId="LiveId" clId="{BDCF31BE-9458-4C09-B82D-E8681F94DE92}" dt="2025-12-22T07:18:45.789" v="740" actId="700"/>
          <ac:spMkLst>
            <pc:docMk/>
            <pc:sldMk cId="171082564" sldId="277"/>
            <ac:spMk id="14" creationId="{FAF3766F-DEF3-4802-BB0D-7A18EDD9704F}"/>
          </ac:spMkLst>
        </pc:spChg>
        <pc:spChg chg="add del">
          <ac:chgData name="Suraj Thakur" userId="35ae5335b235b3bd" providerId="LiveId" clId="{BDCF31BE-9458-4C09-B82D-E8681F94DE92}" dt="2025-12-22T07:18:45.789" v="740" actId="700"/>
          <ac:spMkLst>
            <pc:docMk/>
            <pc:sldMk cId="171082564" sldId="277"/>
            <ac:spMk id="16" creationId="{81F0C179-4DBF-6AB9-CD0B-9224A0C885A4}"/>
          </ac:spMkLst>
        </pc:spChg>
        <pc:spChg chg="add">
          <ac:chgData name="Suraj Thakur" userId="35ae5335b235b3bd" providerId="LiveId" clId="{BDCF31BE-9458-4C09-B82D-E8681F94DE92}" dt="2025-12-22T07:19:10.210" v="762" actId="26606"/>
          <ac:spMkLst>
            <pc:docMk/>
            <pc:sldMk cId="171082564" sldId="277"/>
            <ac:spMk id="18" creationId="{81F0C179-4DBF-6AB9-CD0B-9224A0C885A4}"/>
          </ac:spMkLst>
        </pc:spChg>
        <pc:picChg chg="add">
          <ac:chgData name="Suraj Thakur" userId="35ae5335b235b3bd" providerId="LiveId" clId="{BDCF31BE-9458-4C09-B82D-E8681F94DE92}" dt="2025-12-22T07:18:06.531" v="739" actId="26606"/>
          <ac:picMkLst>
            <pc:docMk/>
            <pc:sldMk cId="171082564" sldId="277"/>
            <ac:picMk id="7" creationId="{1A646D43-572C-E920-E1B8-757598B80FB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5ae5335b235b3bd/Desktop/Book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5ae5335b235b3bd/Desktop/Book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5ae5335b235b3bd/Desktop/Book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Utilities Sub-Segments Shares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0A-4960-888C-E12B81EC51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0A-4960-888C-E12B81EC51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B0A-4960-888C-E12B81EC51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B0A-4960-888C-E12B81EC51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Electric Utilities</c:v>
                </c:pt>
                <c:pt idx="1">
                  <c:v>Alternative Power Generation</c:v>
                </c:pt>
                <c:pt idx="2">
                  <c:v>Gas Distributors</c:v>
                </c:pt>
                <c:pt idx="3">
                  <c:v>Water Utilities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0.61799999999999999</c:v>
                </c:pt>
                <c:pt idx="1">
                  <c:v>0.155</c:v>
                </c:pt>
                <c:pt idx="2">
                  <c:v>0.22700000000000001</c:v>
                </c:pt>
                <c:pt idx="3" formatCode="General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C-4E09-8595-F7041A56B28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435825222726586"/>
          <c:y val="5.0389924631871114E-2"/>
          <c:w val="0.8077847702212414"/>
          <c:h val="0.738633831091828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Electric Utilities</c:v>
                </c:pt>
                <c:pt idx="1">
                  <c:v>Alternative Power Generation</c:v>
                </c:pt>
                <c:pt idx="2">
                  <c:v>Gas Distributors</c:v>
                </c:pt>
                <c:pt idx="3">
                  <c:v>Water Utilities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12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4E-4D88-B7DD-9331FB28D4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49359055"/>
        <c:axId val="1949357135"/>
      </c:barChart>
      <c:catAx>
        <c:axId val="19493590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Segments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357135"/>
        <c:crosses val="autoZero"/>
        <c:auto val="1"/>
        <c:lblAlgn val="ctr"/>
        <c:lblOffset val="100"/>
        <c:noMultiLvlLbl val="0"/>
      </c:catAx>
      <c:valAx>
        <c:axId val="194935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Companies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35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 dirty="0"/>
              <a:t>VALUATION ANALYSIS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Sheet3!$C$17</c:f>
              <c:strCache>
                <c:ptCount val="1"/>
                <c:pt idx="0">
                  <c:v>EV/EBITDA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Sheet3!$B$18:$B$27</c:f>
              <c:strCache>
                <c:ptCount val="10"/>
                <c:pt idx="0">
                  <c:v>GAIL (India) Limited</c:v>
                </c:pt>
                <c:pt idx="1">
                  <c:v>Petronet LNG Limited</c:v>
                </c:pt>
                <c:pt idx="2">
                  <c:v>NTPC Limited</c:v>
                </c:pt>
                <c:pt idx="3">
                  <c:v>Indraprastha Gas Limited</c:v>
                </c:pt>
                <c:pt idx="4">
                  <c:v>Gujarat State Petronet Limited</c:v>
                </c:pt>
                <c:pt idx="5">
                  <c:v>CESC Limited</c:v>
                </c:pt>
                <c:pt idx="6">
                  <c:v>Power Grid Corporation of India Limited</c:v>
                </c:pt>
                <c:pt idx="7">
                  <c:v>Gujarat Gas Limited</c:v>
                </c:pt>
                <c:pt idx="8">
                  <c:v>NHPC Limited</c:v>
                </c:pt>
                <c:pt idx="9">
                  <c:v>SJVN Limited</c:v>
                </c:pt>
              </c:strCache>
            </c:strRef>
          </c:cat>
          <c:val>
            <c:numRef>
              <c:f>Sheet3!$C$18:$C$27</c:f>
              <c:numCache>
                <c:formatCode>0.00</c:formatCode>
                <c:ptCount val="10"/>
                <c:pt idx="0">
                  <c:v>8.5797063510103619</c:v>
                </c:pt>
                <c:pt idx="1">
                  <c:v>7.8157435842280583</c:v>
                </c:pt>
                <c:pt idx="2">
                  <c:v>10.228817870722995</c:v>
                </c:pt>
                <c:pt idx="3">
                  <c:v>12.748115593898858</c:v>
                </c:pt>
                <c:pt idx="4">
                  <c:v>5.4409234579720236</c:v>
                </c:pt>
                <c:pt idx="5">
                  <c:v>11.094945727591734</c:v>
                </c:pt>
                <c:pt idx="6">
                  <c:v>9.7057577106856865</c:v>
                </c:pt>
                <c:pt idx="7">
                  <c:v>14.050528825964991</c:v>
                </c:pt>
                <c:pt idx="8">
                  <c:v>20.186681634298019</c:v>
                </c:pt>
                <c:pt idx="9">
                  <c:v>22.769177013602754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8-43B5-8CC9-DBF27FA1B848}"/>
            </c:ext>
          </c:extLst>
        </c:ser>
        <c:ser>
          <c:idx val="1"/>
          <c:order val="1"/>
          <c:tx>
            <c:strRef>
              <c:f>Sheet3!$D$17</c:f>
              <c:strCache>
                <c:ptCount val="1"/>
                <c:pt idx="0">
                  <c:v>P/E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Sheet3!$B$18:$B$27</c:f>
              <c:strCache>
                <c:ptCount val="10"/>
                <c:pt idx="0">
                  <c:v>GAIL (India) Limited</c:v>
                </c:pt>
                <c:pt idx="1">
                  <c:v>Petronet LNG Limited</c:v>
                </c:pt>
                <c:pt idx="2">
                  <c:v>NTPC Limited</c:v>
                </c:pt>
                <c:pt idx="3">
                  <c:v>Indraprastha Gas Limited</c:v>
                </c:pt>
                <c:pt idx="4">
                  <c:v>Gujarat State Petronet Limited</c:v>
                </c:pt>
                <c:pt idx="5">
                  <c:v>CESC Limited</c:v>
                </c:pt>
                <c:pt idx="6">
                  <c:v>Power Grid Corporation of India Limited</c:v>
                </c:pt>
                <c:pt idx="7">
                  <c:v>Gujarat Gas Limited</c:v>
                </c:pt>
                <c:pt idx="8">
                  <c:v>NHPC Limited</c:v>
                </c:pt>
                <c:pt idx="9">
                  <c:v>SJVN Limited</c:v>
                </c:pt>
              </c:strCache>
            </c:strRef>
          </c:cat>
          <c:val>
            <c:numRef>
              <c:f>Sheet3!$D$18:$D$27</c:f>
              <c:numCache>
                <c:formatCode>0.00</c:formatCode>
                <c:ptCount val="10"/>
                <c:pt idx="0">
                  <c:v>9.1066107774333798</c:v>
                </c:pt>
                <c:pt idx="1">
                  <c:v>10.455674686288381</c:v>
                </c:pt>
                <c:pt idx="2">
                  <c:v>13.002939288503596</c:v>
                </c:pt>
                <c:pt idx="3">
                  <c:v>14.756107635916536</c:v>
                </c:pt>
                <c:pt idx="4">
                  <c:v>15.288421075866887</c:v>
                </c:pt>
                <c:pt idx="5">
                  <c:v>15.531983096162167</c:v>
                </c:pt>
                <c:pt idx="6">
                  <c:v>15.985706391390083</c:v>
                </c:pt>
                <c:pt idx="7">
                  <c:v>23.893366708513526</c:v>
                </c:pt>
                <c:pt idx="8">
                  <c:v>24.091564312736896</c:v>
                </c:pt>
                <c:pt idx="9">
                  <c:v>32.840987359658421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18-43B5-8CC9-DBF27FA1B848}"/>
            </c:ext>
          </c:extLst>
        </c:ser>
        <c:ser>
          <c:idx val="2"/>
          <c:order val="2"/>
          <c:tx>
            <c:strRef>
              <c:f>Sheet3!$E$17</c:f>
              <c:strCache>
                <c:ptCount val="1"/>
                <c:pt idx="0">
                  <c:v>P/B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Sheet3!$B$18:$B$27</c:f>
              <c:strCache>
                <c:ptCount val="10"/>
                <c:pt idx="0">
                  <c:v>GAIL (India) Limited</c:v>
                </c:pt>
                <c:pt idx="1">
                  <c:v>Petronet LNG Limited</c:v>
                </c:pt>
                <c:pt idx="2">
                  <c:v>NTPC Limited</c:v>
                </c:pt>
                <c:pt idx="3">
                  <c:v>Indraprastha Gas Limited</c:v>
                </c:pt>
                <c:pt idx="4">
                  <c:v>Gujarat State Petronet Limited</c:v>
                </c:pt>
                <c:pt idx="5">
                  <c:v>CESC Limited</c:v>
                </c:pt>
                <c:pt idx="6">
                  <c:v>Power Grid Corporation of India Limited</c:v>
                </c:pt>
                <c:pt idx="7">
                  <c:v>Gujarat Gas Limited</c:v>
                </c:pt>
                <c:pt idx="8">
                  <c:v>NHPC Limited</c:v>
                </c:pt>
                <c:pt idx="9">
                  <c:v>SJVN Limited</c:v>
                </c:pt>
              </c:strCache>
            </c:strRef>
          </c:cat>
          <c:val>
            <c:numRef>
              <c:f>Sheet3!$E$18:$E$27</c:f>
              <c:numCache>
                <c:formatCode>0.00</c:formatCode>
                <c:ptCount val="10"/>
                <c:pt idx="0">
                  <c:v>1.245444764509744</c:v>
                </c:pt>
                <c:pt idx="1">
                  <c:v>1.9499401585953218</c:v>
                </c:pt>
                <c:pt idx="2">
                  <c:v>1.6082200185546278</c:v>
                </c:pt>
                <c:pt idx="3">
                  <c:v>2.3152273132463193</c:v>
                </c:pt>
                <c:pt idx="4">
                  <c:v>1.3186267574649675</c:v>
                </c:pt>
                <c:pt idx="5">
                  <c:v>1.7850224477558412</c:v>
                </c:pt>
                <c:pt idx="6">
                  <c:v>2.4562542126830542</c:v>
                </c:pt>
                <c:pt idx="7">
                  <c:v>3.0663779299934282</c:v>
                </c:pt>
                <c:pt idx="8">
                  <c:v>1.8518718961778027</c:v>
                </c:pt>
                <c:pt idx="9">
                  <c:v>1.8985195285559826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18-43B5-8CC9-DBF27FA1B8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61637023"/>
        <c:axId val="1161637503"/>
      </c:barChart>
      <c:catAx>
        <c:axId val="11616370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Companies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1637503"/>
        <c:crosses val="autoZero"/>
        <c:auto val="1"/>
        <c:lblAlgn val="ctr"/>
        <c:lblOffset val="100"/>
        <c:noMultiLvlLbl val="0"/>
      </c:catAx>
      <c:valAx>
        <c:axId val="1161637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Ratio</a:t>
                </a:r>
                <a:r>
                  <a:rPr lang="en-US" baseline="0" dirty="0"/>
                  <a:t> Value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1637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PROFITABILITY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11487026050133"/>
          <c:y val="0.12007694314032342"/>
          <c:w val="0.84853028542348929"/>
          <c:h val="0.7309762629436579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Sheet3!$G$16</c:f>
              <c:strCache>
                <c:ptCount val="1"/>
                <c:pt idx="0">
                  <c:v>ROE</c:v>
                </c:pt>
              </c:strCache>
            </c:strRef>
          </c:tx>
          <c:spPr>
            <a:solidFill>
              <a:schemeClr val="accent1">
                <a:shade val="58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Sheet3!$F$17:$F$26</c:f>
              <c:strCache>
                <c:ptCount val="10"/>
                <c:pt idx="0">
                  <c:v>GAIL</c:v>
                </c:pt>
                <c:pt idx="1">
                  <c:v>Petronet LNG </c:v>
                </c:pt>
                <c:pt idx="2">
                  <c:v>NTPC </c:v>
                </c:pt>
                <c:pt idx="3">
                  <c:v>IGL</c:v>
                </c:pt>
                <c:pt idx="4">
                  <c:v>GSPL</c:v>
                </c:pt>
                <c:pt idx="5">
                  <c:v>CESC </c:v>
                </c:pt>
                <c:pt idx="6">
                  <c:v>Power Grid </c:v>
                </c:pt>
                <c:pt idx="7">
                  <c:v>Gujarat Gas </c:v>
                </c:pt>
                <c:pt idx="8">
                  <c:v>NHPC </c:v>
                </c:pt>
                <c:pt idx="9">
                  <c:v>SJVN </c:v>
                </c:pt>
              </c:strCache>
            </c:strRef>
          </c:cat>
          <c:val>
            <c:numRef>
              <c:f>Sheet3!$G$17:$G$26</c:f>
              <c:numCache>
                <c:formatCode>0.00</c:formatCode>
                <c:ptCount val="10"/>
                <c:pt idx="0">
                  <c:v>0.1736061371926983</c:v>
                </c:pt>
                <c:pt idx="1">
                  <c:v>0.20113269554068902</c:v>
                </c:pt>
                <c:pt idx="2">
                  <c:v>0.13762299138464607</c:v>
                </c:pt>
                <c:pt idx="3">
                  <c:v>0.16059533470246171</c:v>
                </c:pt>
                <c:pt idx="4">
                  <c:v>7.1624321761293241E-2</c:v>
                </c:pt>
                <c:pt idx="5">
                  <c:v>0.10828868715592922</c:v>
                </c:pt>
                <c:pt idx="6">
                  <c:v>0.19570228279290952</c:v>
                </c:pt>
                <c:pt idx="7">
                  <c:v>0.14141877809780382</c:v>
                </c:pt>
                <c:pt idx="8">
                  <c:v>0.11540998522347373</c:v>
                </c:pt>
                <c:pt idx="9">
                  <c:v>8.0473840946854391E-2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E-4E9A-A503-43697C66B230}"/>
            </c:ext>
          </c:extLst>
        </c:ser>
        <c:ser>
          <c:idx val="1"/>
          <c:order val="1"/>
          <c:tx>
            <c:strRef>
              <c:f>Sheet3!$H$16</c:f>
              <c:strCache>
                <c:ptCount val="1"/>
                <c:pt idx="0">
                  <c:v>ROCE</c:v>
                </c:pt>
              </c:strCache>
            </c:strRef>
          </c:tx>
          <c:spPr>
            <a:solidFill>
              <a:schemeClr val="accent1">
                <a:shade val="8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Sheet3!$F$17:$F$26</c:f>
              <c:strCache>
                <c:ptCount val="10"/>
                <c:pt idx="0">
                  <c:v>GAIL</c:v>
                </c:pt>
                <c:pt idx="1">
                  <c:v>Petronet LNG </c:v>
                </c:pt>
                <c:pt idx="2">
                  <c:v>NTPC </c:v>
                </c:pt>
                <c:pt idx="3">
                  <c:v>IGL</c:v>
                </c:pt>
                <c:pt idx="4">
                  <c:v>GSPL</c:v>
                </c:pt>
                <c:pt idx="5">
                  <c:v>CESC </c:v>
                </c:pt>
                <c:pt idx="6">
                  <c:v>Power Grid </c:v>
                </c:pt>
                <c:pt idx="7">
                  <c:v>Gujarat Gas </c:v>
                </c:pt>
                <c:pt idx="8">
                  <c:v>NHPC </c:v>
                </c:pt>
                <c:pt idx="9">
                  <c:v>SJVN </c:v>
                </c:pt>
              </c:strCache>
            </c:strRef>
          </c:cat>
          <c:val>
            <c:numRef>
              <c:f>Sheet3!$H$17:$H$26</c:f>
              <c:numCache>
                <c:formatCode>0.00</c:formatCode>
                <c:ptCount val="10"/>
                <c:pt idx="0">
                  <c:v>0.12040907183917737</c:v>
                </c:pt>
                <c:pt idx="1">
                  <c:v>0.20392187225958436</c:v>
                </c:pt>
                <c:pt idx="2">
                  <c:v>8.5176051861304808E-2</c:v>
                </c:pt>
                <c:pt idx="3">
                  <c:v>0.1358562044833603</c:v>
                </c:pt>
                <c:pt idx="4">
                  <c:v>0.12185189527204741</c:v>
                </c:pt>
                <c:pt idx="5">
                  <c:v>6.9504055536778298E-2</c:v>
                </c:pt>
                <c:pt idx="6">
                  <c:v>0.11883260075278487</c:v>
                </c:pt>
                <c:pt idx="7">
                  <c:v>0.17148234141897217</c:v>
                </c:pt>
                <c:pt idx="8">
                  <c:v>6.6596118954376893E-2</c:v>
                </c:pt>
                <c:pt idx="9">
                  <c:v>4.1516920281339943E-2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E-4E9A-A503-43697C66B230}"/>
            </c:ext>
          </c:extLst>
        </c:ser>
        <c:ser>
          <c:idx val="2"/>
          <c:order val="2"/>
          <c:tx>
            <c:strRef>
              <c:f>Sheet3!$I$16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chemeClr val="accent1">
                <a:tint val="8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Sheet3!$F$17:$F$26</c:f>
              <c:strCache>
                <c:ptCount val="10"/>
                <c:pt idx="0">
                  <c:v>GAIL</c:v>
                </c:pt>
                <c:pt idx="1">
                  <c:v>Petronet LNG </c:v>
                </c:pt>
                <c:pt idx="2">
                  <c:v>NTPC </c:v>
                </c:pt>
                <c:pt idx="3">
                  <c:v>IGL</c:v>
                </c:pt>
                <c:pt idx="4">
                  <c:v>GSPL</c:v>
                </c:pt>
                <c:pt idx="5">
                  <c:v>CESC </c:v>
                </c:pt>
                <c:pt idx="6">
                  <c:v>Power Grid </c:v>
                </c:pt>
                <c:pt idx="7">
                  <c:v>Gujarat Gas </c:v>
                </c:pt>
                <c:pt idx="8">
                  <c:v>NHPC </c:v>
                </c:pt>
                <c:pt idx="9">
                  <c:v>SJVN </c:v>
                </c:pt>
              </c:strCache>
            </c:strRef>
          </c:cat>
          <c:val>
            <c:numRef>
              <c:f>Sheet3!$I$17:$I$26</c:f>
              <c:numCache>
                <c:formatCode>0.00</c:formatCode>
                <c:ptCount val="10"/>
                <c:pt idx="0">
                  <c:v>7.4895070344087225E-2</c:v>
                </c:pt>
                <c:pt idx="1">
                  <c:v>8.7007925375509484E-2</c:v>
                </c:pt>
                <c:pt idx="2">
                  <c:v>0.19495721411595421</c:v>
                </c:pt>
                <c:pt idx="3">
                  <c:v>9.2771033294790028E-2</c:v>
                </c:pt>
                <c:pt idx="4">
                  <c:v>0.10552066037906442</c:v>
                </c:pt>
                <c:pt idx="5">
                  <c:v>0.12306805059694689</c:v>
                </c:pt>
                <c:pt idx="6">
                  <c:v>0.55929563413333849</c:v>
                </c:pt>
                <c:pt idx="7">
                  <c:v>8.6396998945228801E-2</c:v>
                </c:pt>
                <c:pt idx="8">
                  <c:v>0.41548869944413652</c:v>
                </c:pt>
                <c:pt idx="9">
                  <c:v>0.5028857323239696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2E-4E9A-A503-43697C66B230}"/>
            </c:ext>
          </c:extLst>
        </c:ser>
        <c:ser>
          <c:idx val="3"/>
          <c:order val="3"/>
          <c:tx>
            <c:strRef>
              <c:f>Sheet3!$J$16</c:f>
              <c:strCache>
                <c:ptCount val="1"/>
                <c:pt idx="0">
                  <c:v>Net Profit Margin</c:v>
                </c:pt>
              </c:strCache>
            </c:strRef>
          </c:tx>
          <c:spPr>
            <a:solidFill>
              <a:schemeClr val="accent1">
                <a:tint val="58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Sheet3!$F$17:$F$26</c:f>
              <c:strCache>
                <c:ptCount val="10"/>
                <c:pt idx="0">
                  <c:v>GAIL</c:v>
                </c:pt>
                <c:pt idx="1">
                  <c:v>Petronet LNG </c:v>
                </c:pt>
                <c:pt idx="2">
                  <c:v>NTPC </c:v>
                </c:pt>
                <c:pt idx="3">
                  <c:v>IGL</c:v>
                </c:pt>
                <c:pt idx="4">
                  <c:v>GSPL</c:v>
                </c:pt>
                <c:pt idx="5">
                  <c:v>CESC </c:v>
                </c:pt>
                <c:pt idx="6">
                  <c:v>Power Grid </c:v>
                </c:pt>
                <c:pt idx="7">
                  <c:v>Gujarat Gas </c:v>
                </c:pt>
                <c:pt idx="8">
                  <c:v>NHPC </c:v>
                </c:pt>
                <c:pt idx="9">
                  <c:v>SJVN </c:v>
                </c:pt>
              </c:strCache>
            </c:strRef>
          </c:cat>
          <c:val>
            <c:numRef>
              <c:f>Sheet3!$J$17:$J$26</c:f>
              <c:numCache>
                <c:formatCode>0.00</c:formatCode>
                <c:ptCount val="10"/>
                <c:pt idx="0">
                  <c:v>8.1670157331934015E-2</c:v>
                </c:pt>
                <c:pt idx="1">
                  <c:v>7.5011790477213125E-2</c:v>
                </c:pt>
                <c:pt idx="2">
                  <c:v>0.1271783767461061</c:v>
                </c:pt>
                <c:pt idx="3">
                  <c:v>0.1086847435172866</c:v>
                </c:pt>
                <c:pt idx="4">
                  <c:v>6.1428001008393567E-2</c:v>
                </c:pt>
                <c:pt idx="5">
                  <c:v>7.9469434774422046E-2</c:v>
                </c:pt>
                <c:pt idx="6">
                  <c:v>0.32916801542616825</c:v>
                </c:pt>
                <c:pt idx="7">
                  <c:v>6.9910695025667879E-2</c:v>
                </c:pt>
                <c:pt idx="8">
                  <c:v>0.27982380704472937</c:v>
                </c:pt>
                <c:pt idx="9">
                  <c:v>0.26681553829083737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2E-4E9A-A503-43697C66B2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94528879"/>
        <c:axId val="1594530799"/>
      </c:barChart>
      <c:catAx>
        <c:axId val="15945288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4530799"/>
        <c:crosses val="autoZero"/>
        <c:auto val="1"/>
        <c:lblAlgn val="ctr"/>
        <c:lblOffset val="100"/>
        <c:noMultiLvlLbl val="0"/>
      </c:catAx>
      <c:valAx>
        <c:axId val="1594530799"/>
        <c:scaling>
          <c:orientation val="minMax"/>
        </c:scaling>
        <c:delete val="0"/>
        <c:axPos val="b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4528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Debt / Equity Ratio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4626337646658802E-2"/>
          <c:y val="0.11943401868032509"/>
          <c:w val="0.91313526675250023"/>
          <c:h val="0.726514709115435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Sheet3!$B$15</c:f>
              <c:strCache>
                <c:ptCount val="1"/>
                <c:pt idx="0">
                  <c:v>Debt/Equity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Sheet3!$A$16:$A$25</c:f>
              <c:strCache>
                <c:ptCount val="10"/>
                <c:pt idx="0">
                  <c:v>GAIL</c:v>
                </c:pt>
                <c:pt idx="1">
                  <c:v>Petronet LNG</c:v>
                </c:pt>
                <c:pt idx="2">
                  <c:v>NTPC</c:v>
                </c:pt>
                <c:pt idx="3">
                  <c:v>IGL</c:v>
                </c:pt>
                <c:pt idx="4">
                  <c:v>GSPC</c:v>
                </c:pt>
                <c:pt idx="5">
                  <c:v>CESC</c:v>
                </c:pt>
                <c:pt idx="6">
                  <c:v>Power Grid</c:v>
                </c:pt>
                <c:pt idx="7">
                  <c:v>Gujarat Gas</c:v>
                </c:pt>
                <c:pt idx="8">
                  <c:v>NHPC</c:v>
                </c:pt>
                <c:pt idx="9">
                  <c:v>SJVN</c:v>
                </c:pt>
              </c:strCache>
            </c:strRef>
          </c:cat>
          <c:val>
            <c:numRef>
              <c:f>Sheet3!$B$16:$B$25</c:f>
              <c:numCache>
                <c:formatCode>0.00</c:formatCode>
                <c:ptCount val="10"/>
                <c:pt idx="0">
                  <c:v>0.3221955953518606</c:v>
                </c:pt>
                <c:pt idx="1">
                  <c:v>0.14405827222565681</c:v>
                </c:pt>
                <c:pt idx="2">
                  <c:v>1.4768489424797304</c:v>
                </c:pt>
                <c:pt idx="3">
                  <c:v>9.0141500494090535E-3</c:v>
                </c:pt>
                <c:pt idx="4">
                  <c:v>9.7162639854006076E-3</c:v>
                </c:pt>
                <c:pt idx="5">
                  <c:v>1.4127823074625423</c:v>
                </c:pt>
                <c:pt idx="6">
                  <c:v>1.7982343890621233</c:v>
                </c:pt>
                <c:pt idx="7">
                  <c:v>1.9160805206967935E-2</c:v>
                </c:pt>
                <c:pt idx="8">
                  <c:v>1.5731732050062497</c:v>
                </c:pt>
                <c:pt idx="9">
                  <c:v>2.653320692724209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65-4692-AA0D-2A366C4DD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9977167"/>
        <c:axId val="1739971407"/>
      </c:barChart>
      <c:lineChart>
        <c:grouping val="standard"/>
        <c:varyColors val="0"/>
        <c:ser>
          <c:idx val="1"/>
          <c:order val="1"/>
          <c:tx>
            <c:strRef>
              <c:f>Sheet3!$C$15</c:f>
              <c:strCache>
                <c:ptCount val="1"/>
                <c:pt idx="0">
                  <c:v>Ref 0.5</c:v>
                </c:pt>
              </c:strCache>
            </c:strRef>
          </c:tx>
          <c:spPr>
            <a:ln w="19050" cap="flat" cmpd="sng" algn="ctr">
              <a:solidFill>
                <a:schemeClr val="dk1"/>
              </a:solidFill>
              <a:prstDash val="solid"/>
              <a:miter lim="800000"/>
            </a:ln>
            <a:effectLst/>
          </c:spPr>
          <c:marker>
            <c:symbol val="none"/>
          </c:marker>
          <c:cat>
            <c:strRef>
              <c:f>Sheet3!$A$16:$A$25</c:f>
              <c:strCache>
                <c:ptCount val="10"/>
                <c:pt idx="0">
                  <c:v>GAIL</c:v>
                </c:pt>
                <c:pt idx="1">
                  <c:v>Petronet LNG</c:v>
                </c:pt>
                <c:pt idx="2">
                  <c:v>NTPC</c:v>
                </c:pt>
                <c:pt idx="3">
                  <c:v>IGL</c:v>
                </c:pt>
                <c:pt idx="4">
                  <c:v>GSPC</c:v>
                </c:pt>
                <c:pt idx="5">
                  <c:v>CESC</c:v>
                </c:pt>
                <c:pt idx="6">
                  <c:v>Power Grid</c:v>
                </c:pt>
                <c:pt idx="7">
                  <c:v>Gujarat Gas</c:v>
                </c:pt>
                <c:pt idx="8">
                  <c:v>NHPC</c:v>
                </c:pt>
                <c:pt idx="9">
                  <c:v>SJVN</c:v>
                </c:pt>
              </c:strCache>
            </c:strRef>
          </c:cat>
          <c:val>
            <c:numRef>
              <c:f>Sheet3!$C$16:$C$25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65-4692-AA0D-2A366C4DD347}"/>
            </c:ext>
          </c:extLst>
        </c:ser>
        <c:ser>
          <c:idx val="2"/>
          <c:order val="2"/>
          <c:tx>
            <c:strRef>
              <c:f>Sheet3!$D$15</c:f>
              <c:strCache>
                <c:ptCount val="1"/>
                <c:pt idx="0">
                  <c:v>Ref 1.0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Sheet3!$A$16:$A$25</c:f>
              <c:strCache>
                <c:ptCount val="10"/>
                <c:pt idx="0">
                  <c:v>GAIL</c:v>
                </c:pt>
                <c:pt idx="1">
                  <c:v>Petronet LNG</c:v>
                </c:pt>
                <c:pt idx="2">
                  <c:v>NTPC</c:v>
                </c:pt>
                <c:pt idx="3">
                  <c:v>IGL</c:v>
                </c:pt>
                <c:pt idx="4">
                  <c:v>GSPC</c:v>
                </c:pt>
                <c:pt idx="5">
                  <c:v>CESC</c:v>
                </c:pt>
                <c:pt idx="6">
                  <c:v>Power Grid</c:v>
                </c:pt>
                <c:pt idx="7">
                  <c:v>Gujarat Gas</c:v>
                </c:pt>
                <c:pt idx="8">
                  <c:v>NHPC</c:v>
                </c:pt>
                <c:pt idx="9">
                  <c:v>SJVN</c:v>
                </c:pt>
              </c:strCache>
            </c:strRef>
          </c:cat>
          <c:val>
            <c:numRef>
              <c:f>Sheet3!$D$16:$D$25</c:f>
              <c:numCache>
                <c:formatCode>0.0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65-4692-AA0D-2A366C4DD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84013711"/>
        <c:axId val="1884011791"/>
      </c:lineChart>
      <c:catAx>
        <c:axId val="173997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971407"/>
        <c:crosses val="autoZero"/>
        <c:auto val="1"/>
        <c:lblAlgn val="ctr"/>
        <c:lblOffset val="100"/>
        <c:noMultiLvlLbl val="0"/>
      </c:catAx>
      <c:valAx>
        <c:axId val="1739971407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977167"/>
        <c:crosses val="autoZero"/>
        <c:crossBetween val="between"/>
      </c:valAx>
      <c:valAx>
        <c:axId val="1884011791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884013711"/>
        <c:crosses val="max"/>
        <c:crossBetween val="between"/>
      </c:valAx>
      <c:catAx>
        <c:axId val="18840137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84011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Sheet3!$B$17</c:f>
              <c:strCache>
                <c:ptCount val="1"/>
                <c:pt idx="0">
                  <c:v>Dividend Yield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Sheet3!$A$18:$A$27</c:f>
              <c:strCache>
                <c:ptCount val="10"/>
                <c:pt idx="0">
                  <c:v>GAIL</c:v>
                </c:pt>
                <c:pt idx="1">
                  <c:v>Petronet LNG </c:v>
                </c:pt>
                <c:pt idx="2">
                  <c:v>NTPC </c:v>
                </c:pt>
                <c:pt idx="3">
                  <c:v>IGL</c:v>
                </c:pt>
                <c:pt idx="4">
                  <c:v>GSPL</c:v>
                </c:pt>
                <c:pt idx="5">
                  <c:v>CESC </c:v>
                </c:pt>
                <c:pt idx="6">
                  <c:v>Power Grid </c:v>
                </c:pt>
                <c:pt idx="7">
                  <c:v>Gujarat Gas </c:v>
                </c:pt>
                <c:pt idx="8">
                  <c:v>NHPC </c:v>
                </c:pt>
                <c:pt idx="9">
                  <c:v>SJVN </c:v>
                </c:pt>
              </c:strCache>
            </c:strRef>
          </c:cat>
          <c:val>
            <c:numRef>
              <c:f>Sheet3!$B$18:$B$27</c:f>
              <c:numCache>
                <c:formatCode>0%</c:formatCode>
                <c:ptCount val="10"/>
                <c:pt idx="0">
                  <c:v>0.10981033717593906</c:v>
                </c:pt>
                <c:pt idx="1">
                  <c:v>9.5641843305569213E-2</c:v>
                </c:pt>
                <c:pt idx="2">
                  <c:v>7.6905688614891776E-2</c:v>
                </c:pt>
                <c:pt idx="3">
                  <c:v>6.7768548771356782E-2</c:v>
                </c:pt>
                <c:pt idx="4">
                  <c:v>6.5408978143499871E-2</c:v>
                </c:pt>
                <c:pt idx="5">
                  <c:v>6.4383278928953527E-2</c:v>
                </c:pt>
                <c:pt idx="6">
                  <c:v>6.2555884332931383E-2</c:v>
                </c:pt>
                <c:pt idx="7">
                  <c:v>4.1852620109985868E-2</c:v>
                </c:pt>
                <c:pt idx="8">
                  <c:v>4.1508305024066584E-2</c:v>
                </c:pt>
                <c:pt idx="9">
                  <c:v>3.0449754419636946E-2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48-4C14-A3F2-49B4E5F8A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49616223"/>
        <c:axId val="1149616703"/>
      </c:barChart>
      <c:catAx>
        <c:axId val="1149616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616703"/>
        <c:crosses val="autoZero"/>
        <c:auto val="1"/>
        <c:lblAlgn val="ctr"/>
        <c:lblOffset val="100"/>
        <c:noMultiLvlLbl val="0"/>
      </c:catAx>
      <c:valAx>
        <c:axId val="1149616703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61622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40.png"/><Relationship Id="rId7" Type="http://schemas.openxmlformats.org/officeDocument/2006/relationships/image" Target="../media/image2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16.png"/><Relationship Id="rId7" Type="http://schemas.openxmlformats.org/officeDocument/2006/relationships/image" Target="../media/image4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17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16.png"/><Relationship Id="rId7" Type="http://schemas.openxmlformats.org/officeDocument/2006/relationships/image" Target="../media/image52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40.png"/><Relationship Id="rId7" Type="http://schemas.openxmlformats.org/officeDocument/2006/relationships/image" Target="../media/image2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16.png"/><Relationship Id="rId7" Type="http://schemas.openxmlformats.org/officeDocument/2006/relationships/image" Target="../media/image4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17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16.png"/><Relationship Id="rId7" Type="http://schemas.openxmlformats.org/officeDocument/2006/relationships/image" Target="../media/image52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DB93AB-BD2D-416B-8388-05C32BDD709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95D7B5-53E7-4DB6-ADBB-14750600BE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Analyzed ~60 listed Indian utilities companies across power, gas, and renewable segments.</a:t>
          </a:r>
        </a:p>
      </dgm:t>
    </dgm:pt>
    <dgm:pt modelId="{E24437FF-6A72-4C9A-A8B1-2B7E60587381}" type="parTrans" cxnId="{1467B432-F897-4B76-B478-C3BDBE6315D0}">
      <dgm:prSet/>
      <dgm:spPr/>
      <dgm:t>
        <a:bodyPr/>
        <a:lstStyle/>
        <a:p>
          <a:endParaRPr lang="en-US"/>
        </a:p>
      </dgm:t>
    </dgm:pt>
    <dgm:pt modelId="{CB0DDEED-6C05-4EC3-8272-FC376F709E3F}" type="sibTrans" cxnId="{1467B432-F897-4B76-B478-C3BDBE6315D0}">
      <dgm:prSet/>
      <dgm:spPr/>
      <dgm:t>
        <a:bodyPr/>
        <a:lstStyle/>
        <a:p>
          <a:endParaRPr lang="en-US"/>
        </a:p>
      </dgm:t>
    </dgm:pt>
    <dgm:pt modelId="{42B50685-2FFD-41BD-94B9-F6C280B205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Applied quantitative screening using valuation, profitability, leverage, and income ratios to filter financially strong companies.</a:t>
          </a:r>
        </a:p>
      </dgm:t>
    </dgm:pt>
    <dgm:pt modelId="{4AD6FFE3-0332-4D5C-A6AF-A7A854425646}" type="parTrans" cxnId="{E8CE0428-4EAE-49CF-946A-627E451759AC}">
      <dgm:prSet/>
      <dgm:spPr/>
      <dgm:t>
        <a:bodyPr/>
        <a:lstStyle/>
        <a:p>
          <a:endParaRPr lang="en-US"/>
        </a:p>
      </dgm:t>
    </dgm:pt>
    <dgm:pt modelId="{8EA936C8-B4FC-4094-9FDE-6BA6BDE78966}" type="sibTrans" cxnId="{E8CE0428-4EAE-49CF-946A-627E451759AC}">
      <dgm:prSet/>
      <dgm:spPr/>
      <dgm:t>
        <a:bodyPr/>
        <a:lstStyle/>
        <a:p>
          <a:endParaRPr lang="en-US"/>
        </a:p>
      </dgm:t>
    </dgm:pt>
    <dgm:pt modelId="{F6202C59-60FA-49E2-B559-809120119F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Conducted qualitative assessment focusing on business model, regulatory exposure, PPA visibility, and balance-sheet risk.</a:t>
          </a:r>
        </a:p>
      </dgm:t>
    </dgm:pt>
    <dgm:pt modelId="{A0E44004-1F34-4E65-B3FA-CDF2C75B5C4F}" type="parTrans" cxnId="{DAE1895C-FB57-4F02-8193-71F052157ED0}">
      <dgm:prSet/>
      <dgm:spPr/>
      <dgm:t>
        <a:bodyPr/>
        <a:lstStyle/>
        <a:p>
          <a:endParaRPr lang="en-US"/>
        </a:p>
      </dgm:t>
    </dgm:pt>
    <dgm:pt modelId="{4E6C503F-D3B9-472B-9BD4-44D7DF31619A}" type="sibTrans" cxnId="{DAE1895C-FB57-4F02-8193-71F052157ED0}">
      <dgm:prSet/>
      <dgm:spPr/>
      <dgm:t>
        <a:bodyPr/>
        <a:lstStyle/>
        <a:p>
          <a:endParaRPr lang="en-US"/>
        </a:p>
      </dgm:t>
    </dgm:pt>
    <dgm:pt modelId="{8A9C3174-55F2-4C65-8A09-6997D03200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 shortlist identifies high-quality utilities with stable cash flows, reasonable valuations, and long-term growth visibility.</a:t>
          </a:r>
        </a:p>
      </dgm:t>
    </dgm:pt>
    <dgm:pt modelId="{42E8F970-37E5-4630-96C9-3AE2061627DB}" type="parTrans" cxnId="{7345A7AC-91BD-4107-889E-405BCE482A1E}">
      <dgm:prSet/>
      <dgm:spPr/>
      <dgm:t>
        <a:bodyPr/>
        <a:lstStyle/>
        <a:p>
          <a:endParaRPr lang="en-US"/>
        </a:p>
      </dgm:t>
    </dgm:pt>
    <dgm:pt modelId="{48916302-EFFE-4A60-BD08-6DE0954319D0}" type="sibTrans" cxnId="{7345A7AC-91BD-4107-889E-405BCE482A1E}">
      <dgm:prSet/>
      <dgm:spPr/>
      <dgm:t>
        <a:bodyPr/>
        <a:lstStyle/>
        <a:p>
          <a:endParaRPr lang="en-US"/>
        </a:p>
      </dgm:t>
    </dgm:pt>
    <dgm:pt modelId="{4541E28A-963B-43BF-A5AC-BE2A9A1934C2}" type="pres">
      <dgm:prSet presAssocID="{53DB93AB-BD2D-416B-8388-05C32BDD7093}" presName="root" presStyleCnt="0">
        <dgm:presLayoutVars>
          <dgm:dir/>
          <dgm:resizeHandles val="exact"/>
        </dgm:presLayoutVars>
      </dgm:prSet>
      <dgm:spPr/>
    </dgm:pt>
    <dgm:pt modelId="{1E338395-89DC-404E-AB70-65605E774274}" type="pres">
      <dgm:prSet presAssocID="{4595D7B5-53E7-4DB6-ADBB-14750600BED1}" presName="compNode" presStyleCnt="0"/>
      <dgm:spPr/>
    </dgm:pt>
    <dgm:pt modelId="{4AFC7E82-751F-4B8A-8192-1CFBFB930A83}" type="pres">
      <dgm:prSet presAssocID="{4595D7B5-53E7-4DB6-ADBB-14750600BED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366A6A71-B249-45D4-8382-277F58E30D34}" type="pres">
      <dgm:prSet presAssocID="{4595D7B5-53E7-4DB6-ADBB-14750600BED1}" presName="spaceRect" presStyleCnt="0"/>
      <dgm:spPr/>
    </dgm:pt>
    <dgm:pt modelId="{7F9BEC3D-5DAD-4207-9525-E7D82BEACD5F}" type="pres">
      <dgm:prSet presAssocID="{4595D7B5-53E7-4DB6-ADBB-14750600BED1}" presName="textRect" presStyleLbl="revTx" presStyleIdx="0" presStyleCnt="4">
        <dgm:presLayoutVars>
          <dgm:chMax val="1"/>
          <dgm:chPref val="1"/>
        </dgm:presLayoutVars>
      </dgm:prSet>
      <dgm:spPr/>
    </dgm:pt>
    <dgm:pt modelId="{A61958B9-0698-4C0F-8223-F9B529AA43B4}" type="pres">
      <dgm:prSet presAssocID="{CB0DDEED-6C05-4EC3-8272-FC376F709E3F}" presName="sibTrans" presStyleCnt="0"/>
      <dgm:spPr/>
    </dgm:pt>
    <dgm:pt modelId="{45DF637F-5E08-4C95-B5C4-EF5306ED37FB}" type="pres">
      <dgm:prSet presAssocID="{42B50685-2FFD-41BD-94B9-F6C280B205F3}" presName="compNode" presStyleCnt="0"/>
      <dgm:spPr/>
    </dgm:pt>
    <dgm:pt modelId="{34346EC0-9EAC-44FE-878E-DB1CAEB7B8F2}" type="pres">
      <dgm:prSet presAssocID="{42B50685-2FFD-41BD-94B9-F6C280B205F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E9EFDE1-F3F3-4B29-BE42-AB14E829F1F1}" type="pres">
      <dgm:prSet presAssocID="{42B50685-2FFD-41BD-94B9-F6C280B205F3}" presName="spaceRect" presStyleCnt="0"/>
      <dgm:spPr/>
    </dgm:pt>
    <dgm:pt modelId="{1954A35B-DF2B-4BAF-BC8A-0BF72DB10644}" type="pres">
      <dgm:prSet presAssocID="{42B50685-2FFD-41BD-94B9-F6C280B205F3}" presName="textRect" presStyleLbl="revTx" presStyleIdx="1" presStyleCnt="4">
        <dgm:presLayoutVars>
          <dgm:chMax val="1"/>
          <dgm:chPref val="1"/>
        </dgm:presLayoutVars>
      </dgm:prSet>
      <dgm:spPr/>
    </dgm:pt>
    <dgm:pt modelId="{DFACCFED-2702-4EB9-A767-6C248839A046}" type="pres">
      <dgm:prSet presAssocID="{8EA936C8-B4FC-4094-9FDE-6BA6BDE78966}" presName="sibTrans" presStyleCnt="0"/>
      <dgm:spPr/>
    </dgm:pt>
    <dgm:pt modelId="{BF5BF90C-A8AC-43A8-9F6B-63DE0BC9CAD1}" type="pres">
      <dgm:prSet presAssocID="{F6202C59-60FA-49E2-B559-809120119F73}" presName="compNode" presStyleCnt="0"/>
      <dgm:spPr/>
    </dgm:pt>
    <dgm:pt modelId="{35149205-EB59-40F1-8577-8EBC4B5AD993}" type="pres">
      <dgm:prSet presAssocID="{F6202C59-60FA-49E2-B559-809120119F7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908DCC9C-D63A-4029-933C-52B3780D1736}" type="pres">
      <dgm:prSet presAssocID="{F6202C59-60FA-49E2-B559-809120119F73}" presName="spaceRect" presStyleCnt="0"/>
      <dgm:spPr/>
    </dgm:pt>
    <dgm:pt modelId="{F267265E-7145-4D94-87F0-A89EA570223A}" type="pres">
      <dgm:prSet presAssocID="{F6202C59-60FA-49E2-B559-809120119F73}" presName="textRect" presStyleLbl="revTx" presStyleIdx="2" presStyleCnt="4">
        <dgm:presLayoutVars>
          <dgm:chMax val="1"/>
          <dgm:chPref val="1"/>
        </dgm:presLayoutVars>
      </dgm:prSet>
      <dgm:spPr/>
    </dgm:pt>
    <dgm:pt modelId="{C64D0680-54E4-40A8-9FE7-BDD905426E8E}" type="pres">
      <dgm:prSet presAssocID="{4E6C503F-D3B9-472B-9BD4-44D7DF31619A}" presName="sibTrans" presStyleCnt="0"/>
      <dgm:spPr/>
    </dgm:pt>
    <dgm:pt modelId="{876A8E68-0205-4DFF-8A57-C4C09C306525}" type="pres">
      <dgm:prSet presAssocID="{8A9C3174-55F2-4C65-8A09-6997D0320042}" presName="compNode" presStyleCnt="0"/>
      <dgm:spPr/>
    </dgm:pt>
    <dgm:pt modelId="{1039D1A6-62E5-4C7B-AC7B-0F2E818BF128}" type="pres">
      <dgm:prSet presAssocID="{8A9C3174-55F2-4C65-8A09-6997D03200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75F645E-CC1C-443C-B0BE-91F554718131}" type="pres">
      <dgm:prSet presAssocID="{8A9C3174-55F2-4C65-8A09-6997D0320042}" presName="spaceRect" presStyleCnt="0"/>
      <dgm:spPr/>
    </dgm:pt>
    <dgm:pt modelId="{D60DDF5A-4266-4A26-9D27-C9BA79BA5F1E}" type="pres">
      <dgm:prSet presAssocID="{8A9C3174-55F2-4C65-8A09-6997D032004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8CE0428-4EAE-49CF-946A-627E451759AC}" srcId="{53DB93AB-BD2D-416B-8388-05C32BDD7093}" destId="{42B50685-2FFD-41BD-94B9-F6C280B205F3}" srcOrd="1" destOrd="0" parTransId="{4AD6FFE3-0332-4D5C-A6AF-A7A854425646}" sibTransId="{8EA936C8-B4FC-4094-9FDE-6BA6BDE78966}"/>
    <dgm:cxn modelId="{6398D32A-5888-4564-A4A0-9217CF22C0B6}" type="presOf" srcId="{F6202C59-60FA-49E2-B559-809120119F73}" destId="{F267265E-7145-4D94-87F0-A89EA570223A}" srcOrd="0" destOrd="0" presId="urn:microsoft.com/office/officeart/2018/2/layout/IconLabelList"/>
    <dgm:cxn modelId="{DAF1212F-E9BA-41FE-B9EB-FDEAF3E80324}" type="presOf" srcId="{4595D7B5-53E7-4DB6-ADBB-14750600BED1}" destId="{7F9BEC3D-5DAD-4207-9525-E7D82BEACD5F}" srcOrd="0" destOrd="0" presId="urn:microsoft.com/office/officeart/2018/2/layout/IconLabelList"/>
    <dgm:cxn modelId="{1467B432-F897-4B76-B478-C3BDBE6315D0}" srcId="{53DB93AB-BD2D-416B-8388-05C32BDD7093}" destId="{4595D7B5-53E7-4DB6-ADBB-14750600BED1}" srcOrd="0" destOrd="0" parTransId="{E24437FF-6A72-4C9A-A8B1-2B7E60587381}" sibTransId="{CB0DDEED-6C05-4EC3-8272-FC376F709E3F}"/>
    <dgm:cxn modelId="{DAE1895C-FB57-4F02-8193-71F052157ED0}" srcId="{53DB93AB-BD2D-416B-8388-05C32BDD7093}" destId="{F6202C59-60FA-49E2-B559-809120119F73}" srcOrd="2" destOrd="0" parTransId="{A0E44004-1F34-4E65-B3FA-CDF2C75B5C4F}" sibTransId="{4E6C503F-D3B9-472B-9BD4-44D7DF31619A}"/>
    <dgm:cxn modelId="{A08D18AC-2FF2-482C-BAFD-B3FF994650B5}" type="presOf" srcId="{8A9C3174-55F2-4C65-8A09-6997D0320042}" destId="{D60DDF5A-4266-4A26-9D27-C9BA79BA5F1E}" srcOrd="0" destOrd="0" presId="urn:microsoft.com/office/officeart/2018/2/layout/IconLabelList"/>
    <dgm:cxn modelId="{7345A7AC-91BD-4107-889E-405BCE482A1E}" srcId="{53DB93AB-BD2D-416B-8388-05C32BDD7093}" destId="{8A9C3174-55F2-4C65-8A09-6997D0320042}" srcOrd="3" destOrd="0" parTransId="{42E8F970-37E5-4630-96C9-3AE2061627DB}" sibTransId="{48916302-EFFE-4A60-BD08-6DE0954319D0}"/>
    <dgm:cxn modelId="{47402EC2-3BBE-45F3-ACB1-C9EC973CB79F}" type="presOf" srcId="{53DB93AB-BD2D-416B-8388-05C32BDD7093}" destId="{4541E28A-963B-43BF-A5AC-BE2A9A1934C2}" srcOrd="0" destOrd="0" presId="urn:microsoft.com/office/officeart/2018/2/layout/IconLabelList"/>
    <dgm:cxn modelId="{1C4D11D4-D8D0-4C7C-AEDD-1BF6BB3754B2}" type="presOf" srcId="{42B50685-2FFD-41BD-94B9-F6C280B205F3}" destId="{1954A35B-DF2B-4BAF-BC8A-0BF72DB10644}" srcOrd="0" destOrd="0" presId="urn:microsoft.com/office/officeart/2018/2/layout/IconLabelList"/>
    <dgm:cxn modelId="{BF20E272-7DAC-48F2-A72F-D9EEA64454BD}" type="presParOf" srcId="{4541E28A-963B-43BF-A5AC-BE2A9A1934C2}" destId="{1E338395-89DC-404E-AB70-65605E774274}" srcOrd="0" destOrd="0" presId="urn:microsoft.com/office/officeart/2018/2/layout/IconLabelList"/>
    <dgm:cxn modelId="{AC179489-F88D-474B-AFDF-F538F3A8913D}" type="presParOf" srcId="{1E338395-89DC-404E-AB70-65605E774274}" destId="{4AFC7E82-751F-4B8A-8192-1CFBFB930A83}" srcOrd="0" destOrd="0" presId="urn:microsoft.com/office/officeart/2018/2/layout/IconLabelList"/>
    <dgm:cxn modelId="{F17E38C1-DAFE-4F2C-A12E-5C619077BFE2}" type="presParOf" srcId="{1E338395-89DC-404E-AB70-65605E774274}" destId="{366A6A71-B249-45D4-8382-277F58E30D34}" srcOrd="1" destOrd="0" presId="urn:microsoft.com/office/officeart/2018/2/layout/IconLabelList"/>
    <dgm:cxn modelId="{B8F6D5DC-6D34-4331-B620-0A703C626FB0}" type="presParOf" srcId="{1E338395-89DC-404E-AB70-65605E774274}" destId="{7F9BEC3D-5DAD-4207-9525-E7D82BEACD5F}" srcOrd="2" destOrd="0" presId="urn:microsoft.com/office/officeart/2018/2/layout/IconLabelList"/>
    <dgm:cxn modelId="{3376A360-0428-4827-AB37-67C4F6CE25E3}" type="presParOf" srcId="{4541E28A-963B-43BF-A5AC-BE2A9A1934C2}" destId="{A61958B9-0698-4C0F-8223-F9B529AA43B4}" srcOrd="1" destOrd="0" presId="urn:microsoft.com/office/officeart/2018/2/layout/IconLabelList"/>
    <dgm:cxn modelId="{08F25A55-8D46-4E06-805C-4A0DCFF6BF6A}" type="presParOf" srcId="{4541E28A-963B-43BF-A5AC-BE2A9A1934C2}" destId="{45DF637F-5E08-4C95-B5C4-EF5306ED37FB}" srcOrd="2" destOrd="0" presId="urn:microsoft.com/office/officeart/2018/2/layout/IconLabelList"/>
    <dgm:cxn modelId="{0AC5D476-2F58-4C62-B114-A1C3EDE5E0C6}" type="presParOf" srcId="{45DF637F-5E08-4C95-B5C4-EF5306ED37FB}" destId="{34346EC0-9EAC-44FE-878E-DB1CAEB7B8F2}" srcOrd="0" destOrd="0" presId="urn:microsoft.com/office/officeart/2018/2/layout/IconLabelList"/>
    <dgm:cxn modelId="{08AD60AE-E716-45A2-9C0D-B2C6462E1C69}" type="presParOf" srcId="{45DF637F-5E08-4C95-B5C4-EF5306ED37FB}" destId="{4E9EFDE1-F3F3-4B29-BE42-AB14E829F1F1}" srcOrd="1" destOrd="0" presId="urn:microsoft.com/office/officeart/2018/2/layout/IconLabelList"/>
    <dgm:cxn modelId="{08E782CC-B2DE-4D4E-93ED-EFB46DE243ED}" type="presParOf" srcId="{45DF637F-5E08-4C95-B5C4-EF5306ED37FB}" destId="{1954A35B-DF2B-4BAF-BC8A-0BF72DB10644}" srcOrd="2" destOrd="0" presId="urn:microsoft.com/office/officeart/2018/2/layout/IconLabelList"/>
    <dgm:cxn modelId="{3A35D663-6AD4-4DF7-895B-075968043FA9}" type="presParOf" srcId="{4541E28A-963B-43BF-A5AC-BE2A9A1934C2}" destId="{DFACCFED-2702-4EB9-A767-6C248839A046}" srcOrd="3" destOrd="0" presId="urn:microsoft.com/office/officeart/2018/2/layout/IconLabelList"/>
    <dgm:cxn modelId="{5AE1131E-8BA0-40E1-9A25-0B6653BD87BA}" type="presParOf" srcId="{4541E28A-963B-43BF-A5AC-BE2A9A1934C2}" destId="{BF5BF90C-A8AC-43A8-9F6B-63DE0BC9CAD1}" srcOrd="4" destOrd="0" presId="urn:microsoft.com/office/officeart/2018/2/layout/IconLabelList"/>
    <dgm:cxn modelId="{AF48DB4A-4C27-422D-8F35-E14C36F52832}" type="presParOf" srcId="{BF5BF90C-A8AC-43A8-9F6B-63DE0BC9CAD1}" destId="{35149205-EB59-40F1-8577-8EBC4B5AD993}" srcOrd="0" destOrd="0" presId="urn:microsoft.com/office/officeart/2018/2/layout/IconLabelList"/>
    <dgm:cxn modelId="{801A830A-1975-4050-8713-AECE7602FC21}" type="presParOf" srcId="{BF5BF90C-A8AC-43A8-9F6B-63DE0BC9CAD1}" destId="{908DCC9C-D63A-4029-933C-52B3780D1736}" srcOrd="1" destOrd="0" presId="urn:microsoft.com/office/officeart/2018/2/layout/IconLabelList"/>
    <dgm:cxn modelId="{4F33C5BF-BBAA-4EA8-B6FA-CC989AEAA4AF}" type="presParOf" srcId="{BF5BF90C-A8AC-43A8-9F6B-63DE0BC9CAD1}" destId="{F267265E-7145-4D94-87F0-A89EA570223A}" srcOrd="2" destOrd="0" presId="urn:microsoft.com/office/officeart/2018/2/layout/IconLabelList"/>
    <dgm:cxn modelId="{D602DF8D-2CD4-4ABC-8C79-05D4384A09AD}" type="presParOf" srcId="{4541E28A-963B-43BF-A5AC-BE2A9A1934C2}" destId="{C64D0680-54E4-40A8-9FE7-BDD905426E8E}" srcOrd="5" destOrd="0" presId="urn:microsoft.com/office/officeart/2018/2/layout/IconLabelList"/>
    <dgm:cxn modelId="{893A02DF-05AA-4F47-94E2-2A714D7C1631}" type="presParOf" srcId="{4541E28A-963B-43BF-A5AC-BE2A9A1934C2}" destId="{876A8E68-0205-4DFF-8A57-C4C09C306525}" srcOrd="6" destOrd="0" presId="urn:microsoft.com/office/officeart/2018/2/layout/IconLabelList"/>
    <dgm:cxn modelId="{9B796EF3-04A6-41EC-A89B-9A9B098A6494}" type="presParOf" srcId="{876A8E68-0205-4DFF-8A57-C4C09C306525}" destId="{1039D1A6-62E5-4C7B-AC7B-0F2E818BF128}" srcOrd="0" destOrd="0" presId="urn:microsoft.com/office/officeart/2018/2/layout/IconLabelList"/>
    <dgm:cxn modelId="{93618117-55BC-4BFC-B696-AC808CE097A9}" type="presParOf" srcId="{876A8E68-0205-4DFF-8A57-C4C09C306525}" destId="{C75F645E-CC1C-443C-B0BE-91F554718131}" srcOrd="1" destOrd="0" presId="urn:microsoft.com/office/officeart/2018/2/layout/IconLabelList"/>
    <dgm:cxn modelId="{113D2260-39FB-4F6A-8600-C28C45BE0CF7}" type="presParOf" srcId="{876A8E68-0205-4DFF-8A57-C4C09C306525}" destId="{D60DDF5A-4266-4A26-9D27-C9BA79BA5F1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8114DE-8C57-4279-8643-CA9E3BD9392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845630-7969-4A7C-9937-B2C5A0D9B9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research universe consists of ~60 listed Indian utilities companies across power, gas, and renewable energy segments.</a:t>
          </a:r>
        </a:p>
      </dgm:t>
    </dgm:pt>
    <dgm:pt modelId="{C5B4E8AB-8B42-4E2D-961F-1BE39A7C98CD}" type="parTrans" cxnId="{7E853DB3-AE08-45C7-8AA8-B965405A529C}">
      <dgm:prSet/>
      <dgm:spPr/>
      <dgm:t>
        <a:bodyPr/>
        <a:lstStyle/>
        <a:p>
          <a:endParaRPr lang="en-US"/>
        </a:p>
      </dgm:t>
    </dgm:pt>
    <dgm:pt modelId="{1C89D643-96AA-4289-A700-A36F751DACE2}" type="sibTrans" cxnId="{7E853DB3-AE08-45C7-8AA8-B965405A529C}">
      <dgm:prSet/>
      <dgm:spPr/>
      <dgm:t>
        <a:bodyPr/>
        <a:lstStyle/>
        <a:p>
          <a:endParaRPr lang="en-US"/>
        </a:p>
      </dgm:t>
    </dgm:pt>
    <dgm:pt modelId="{3ED0B33F-D010-4DFE-BA5F-F57C8E944D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Companies were selected to ensure representation across the full utilities value chain including generation, transmission, distribution, and gas infrastructure.</a:t>
          </a:r>
        </a:p>
      </dgm:t>
    </dgm:pt>
    <dgm:pt modelId="{1C98F333-41D2-4767-98ED-3FFBDB6BB147}" type="parTrans" cxnId="{BED792AF-10DA-4CCA-A6C9-C6E39DF6900C}">
      <dgm:prSet/>
      <dgm:spPr/>
      <dgm:t>
        <a:bodyPr/>
        <a:lstStyle/>
        <a:p>
          <a:endParaRPr lang="en-US"/>
        </a:p>
      </dgm:t>
    </dgm:pt>
    <dgm:pt modelId="{4FF8D39D-91EA-460F-87C2-46C9365A0AA3}" type="sibTrans" cxnId="{BED792AF-10DA-4CCA-A6C9-C6E39DF6900C}">
      <dgm:prSet/>
      <dgm:spPr/>
      <dgm:t>
        <a:bodyPr/>
        <a:lstStyle/>
        <a:p>
          <a:endParaRPr lang="en-US"/>
        </a:p>
      </dgm:t>
    </dgm:pt>
    <dgm:pt modelId="{93BAB4BE-3A55-4C16-A5FC-BB4A879D8E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universe includes large-cap, mid-cap, and small-cap companies to enable comprehensive peer comparison.</a:t>
          </a:r>
        </a:p>
      </dgm:t>
    </dgm:pt>
    <dgm:pt modelId="{097D29FB-2CA7-421B-9A90-317B6063B87C}" type="parTrans" cxnId="{FA052909-8AF4-4254-B672-51C835876EA9}">
      <dgm:prSet/>
      <dgm:spPr/>
      <dgm:t>
        <a:bodyPr/>
        <a:lstStyle/>
        <a:p>
          <a:endParaRPr lang="en-US"/>
        </a:p>
      </dgm:t>
    </dgm:pt>
    <dgm:pt modelId="{DA17C81D-BE5B-408F-B853-62C34051F8EE}" type="sibTrans" cxnId="{FA052909-8AF4-4254-B672-51C835876EA9}">
      <dgm:prSet/>
      <dgm:spPr/>
      <dgm:t>
        <a:bodyPr/>
        <a:lstStyle/>
        <a:p>
          <a:endParaRPr lang="en-US"/>
        </a:p>
      </dgm:t>
    </dgm:pt>
    <dgm:pt modelId="{6F520D5C-0A90-4A3E-A757-CC156F808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listed companies with sufficient financial disclosures were considered for analysis.</a:t>
          </a:r>
        </a:p>
      </dgm:t>
    </dgm:pt>
    <dgm:pt modelId="{2B6623F3-D893-4C17-B06C-3C7F92D47701}" type="parTrans" cxnId="{18FD9775-F52C-4DAA-85C4-D852AA149C1B}">
      <dgm:prSet/>
      <dgm:spPr/>
      <dgm:t>
        <a:bodyPr/>
        <a:lstStyle/>
        <a:p>
          <a:endParaRPr lang="en-US"/>
        </a:p>
      </dgm:t>
    </dgm:pt>
    <dgm:pt modelId="{976B265E-56BF-4FB9-97CF-D10B645399F2}" type="sibTrans" cxnId="{18FD9775-F52C-4DAA-85C4-D852AA149C1B}">
      <dgm:prSet/>
      <dgm:spPr/>
      <dgm:t>
        <a:bodyPr/>
        <a:lstStyle/>
        <a:p>
          <a:endParaRPr lang="en-US"/>
        </a:p>
      </dgm:t>
    </dgm:pt>
    <dgm:pt modelId="{39623683-7AAC-434A-9633-7DA98DE4234B}" type="pres">
      <dgm:prSet presAssocID="{218114DE-8C57-4279-8643-CA9E3BD9392B}" presName="root" presStyleCnt="0">
        <dgm:presLayoutVars>
          <dgm:dir/>
          <dgm:resizeHandles val="exact"/>
        </dgm:presLayoutVars>
      </dgm:prSet>
      <dgm:spPr/>
    </dgm:pt>
    <dgm:pt modelId="{B515147C-8037-4D52-B22E-99FB97DDC5B1}" type="pres">
      <dgm:prSet presAssocID="{EA845630-7969-4A7C-9937-B2C5A0D9B9B4}" presName="compNode" presStyleCnt="0"/>
      <dgm:spPr/>
    </dgm:pt>
    <dgm:pt modelId="{12383888-3A6A-44EA-BAD4-8CB719BDD3ED}" type="pres">
      <dgm:prSet presAssocID="{EA845630-7969-4A7C-9937-B2C5A0D9B9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7EB6E5B0-1B03-4CB4-B6FF-E0110C231292}" type="pres">
      <dgm:prSet presAssocID="{EA845630-7969-4A7C-9937-B2C5A0D9B9B4}" presName="spaceRect" presStyleCnt="0"/>
      <dgm:spPr/>
    </dgm:pt>
    <dgm:pt modelId="{5860AFFA-E1FB-4293-A43E-D17598600A60}" type="pres">
      <dgm:prSet presAssocID="{EA845630-7969-4A7C-9937-B2C5A0D9B9B4}" presName="textRect" presStyleLbl="revTx" presStyleIdx="0" presStyleCnt="4">
        <dgm:presLayoutVars>
          <dgm:chMax val="1"/>
          <dgm:chPref val="1"/>
        </dgm:presLayoutVars>
      </dgm:prSet>
      <dgm:spPr/>
    </dgm:pt>
    <dgm:pt modelId="{AB68D1C3-A67B-4BAF-80DD-CD01BAF84B7D}" type="pres">
      <dgm:prSet presAssocID="{1C89D643-96AA-4289-A700-A36F751DACE2}" presName="sibTrans" presStyleCnt="0"/>
      <dgm:spPr/>
    </dgm:pt>
    <dgm:pt modelId="{A7557997-33EC-4A7F-9E33-09D44371F3EE}" type="pres">
      <dgm:prSet presAssocID="{3ED0B33F-D010-4DFE-BA5F-F57C8E944DEB}" presName="compNode" presStyleCnt="0"/>
      <dgm:spPr/>
    </dgm:pt>
    <dgm:pt modelId="{F40673BE-E768-4D71-A02D-4961F3D56D64}" type="pres">
      <dgm:prSet presAssocID="{3ED0B33F-D010-4DFE-BA5F-F57C8E944D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B1F9B9CC-BD85-4761-BF91-E6A6394A0CAC}" type="pres">
      <dgm:prSet presAssocID="{3ED0B33F-D010-4DFE-BA5F-F57C8E944DEB}" presName="spaceRect" presStyleCnt="0"/>
      <dgm:spPr/>
    </dgm:pt>
    <dgm:pt modelId="{D8867B53-A76A-4F2F-B55C-0C873C794A91}" type="pres">
      <dgm:prSet presAssocID="{3ED0B33F-D010-4DFE-BA5F-F57C8E944DEB}" presName="textRect" presStyleLbl="revTx" presStyleIdx="1" presStyleCnt="4">
        <dgm:presLayoutVars>
          <dgm:chMax val="1"/>
          <dgm:chPref val="1"/>
        </dgm:presLayoutVars>
      </dgm:prSet>
      <dgm:spPr/>
    </dgm:pt>
    <dgm:pt modelId="{8E3B48BD-017E-4DDE-854F-A17E677F9AA9}" type="pres">
      <dgm:prSet presAssocID="{4FF8D39D-91EA-460F-87C2-46C9365A0AA3}" presName="sibTrans" presStyleCnt="0"/>
      <dgm:spPr/>
    </dgm:pt>
    <dgm:pt modelId="{5194B890-C9FD-4FC3-8200-1CE06EB4E964}" type="pres">
      <dgm:prSet presAssocID="{93BAB4BE-3A55-4C16-A5FC-BB4A879D8EE5}" presName="compNode" presStyleCnt="0"/>
      <dgm:spPr/>
    </dgm:pt>
    <dgm:pt modelId="{E05A156C-98EF-4DBA-97B6-27E180E322DF}" type="pres">
      <dgm:prSet presAssocID="{93BAB4BE-3A55-4C16-A5FC-BB4A879D8E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F0A7499-717F-485C-97D1-6B24DF52DC68}" type="pres">
      <dgm:prSet presAssocID="{93BAB4BE-3A55-4C16-A5FC-BB4A879D8EE5}" presName="spaceRect" presStyleCnt="0"/>
      <dgm:spPr/>
    </dgm:pt>
    <dgm:pt modelId="{15108C5A-B1EE-4BAD-A780-4213239B038D}" type="pres">
      <dgm:prSet presAssocID="{93BAB4BE-3A55-4C16-A5FC-BB4A879D8EE5}" presName="textRect" presStyleLbl="revTx" presStyleIdx="2" presStyleCnt="4">
        <dgm:presLayoutVars>
          <dgm:chMax val="1"/>
          <dgm:chPref val="1"/>
        </dgm:presLayoutVars>
      </dgm:prSet>
      <dgm:spPr/>
    </dgm:pt>
    <dgm:pt modelId="{7CDF9583-EF7D-43A0-BADC-8D3325D72E5B}" type="pres">
      <dgm:prSet presAssocID="{DA17C81D-BE5B-408F-B853-62C34051F8EE}" presName="sibTrans" presStyleCnt="0"/>
      <dgm:spPr/>
    </dgm:pt>
    <dgm:pt modelId="{E69335F8-E8D3-43D3-A703-C8472BCEAFA2}" type="pres">
      <dgm:prSet presAssocID="{6F520D5C-0A90-4A3E-A757-CC156F808082}" presName="compNode" presStyleCnt="0"/>
      <dgm:spPr/>
    </dgm:pt>
    <dgm:pt modelId="{48316175-3BFC-4C3A-8488-1FB98D05C124}" type="pres">
      <dgm:prSet presAssocID="{6F520D5C-0A90-4A3E-A757-CC156F8080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A188102-9C47-4AF8-BDDC-98C732DEA1A8}" type="pres">
      <dgm:prSet presAssocID="{6F520D5C-0A90-4A3E-A757-CC156F808082}" presName="spaceRect" presStyleCnt="0"/>
      <dgm:spPr/>
    </dgm:pt>
    <dgm:pt modelId="{DB59F5BA-54F0-440A-8D5F-FB71E7195FEB}" type="pres">
      <dgm:prSet presAssocID="{6F520D5C-0A90-4A3E-A757-CC156F8080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052909-8AF4-4254-B672-51C835876EA9}" srcId="{218114DE-8C57-4279-8643-CA9E3BD9392B}" destId="{93BAB4BE-3A55-4C16-A5FC-BB4A879D8EE5}" srcOrd="2" destOrd="0" parTransId="{097D29FB-2CA7-421B-9A90-317B6063B87C}" sibTransId="{DA17C81D-BE5B-408F-B853-62C34051F8EE}"/>
    <dgm:cxn modelId="{619EBC0B-D43A-4BA1-886E-2602E7E01D85}" type="presOf" srcId="{93BAB4BE-3A55-4C16-A5FC-BB4A879D8EE5}" destId="{15108C5A-B1EE-4BAD-A780-4213239B038D}" srcOrd="0" destOrd="0" presId="urn:microsoft.com/office/officeart/2018/2/layout/IconLabelList"/>
    <dgm:cxn modelId="{D735DA21-9828-47C7-BA07-BEC8D521E3FC}" type="presOf" srcId="{3ED0B33F-D010-4DFE-BA5F-F57C8E944DEB}" destId="{D8867B53-A76A-4F2F-B55C-0C873C794A91}" srcOrd="0" destOrd="0" presId="urn:microsoft.com/office/officeart/2018/2/layout/IconLabelList"/>
    <dgm:cxn modelId="{28EEE137-1B24-4C22-B357-BFB7861598B2}" type="presOf" srcId="{6F520D5C-0A90-4A3E-A757-CC156F808082}" destId="{DB59F5BA-54F0-440A-8D5F-FB71E7195FEB}" srcOrd="0" destOrd="0" presId="urn:microsoft.com/office/officeart/2018/2/layout/IconLabelList"/>
    <dgm:cxn modelId="{18FD9775-F52C-4DAA-85C4-D852AA149C1B}" srcId="{218114DE-8C57-4279-8643-CA9E3BD9392B}" destId="{6F520D5C-0A90-4A3E-A757-CC156F808082}" srcOrd="3" destOrd="0" parTransId="{2B6623F3-D893-4C17-B06C-3C7F92D47701}" sibTransId="{976B265E-56BF-4FB9-97CF-D10B645399F2}"/>
    <dgm:cxn modelId="{BED792AF-10DA-4CCA-A6C9-C6E39DF6900C}" srcId="{218114DE-8C57-4279-8643-CA9E3BD9392B}" destId="{3ED0B33F-D010-4DFE-BA5F-F57C8E944DEB}" srcOrd="1" destOrd="0" parTransId="{1C98F333-41D2-4767-98ED-3FFBDB6BB147}" sibTransId="{4FF8D39D-91EA-460F-87C2-46C9365A0AA3}"/>
    <dgm:cxn modelId="{7E853DB3-AE08-45C7-8AA8-B965405A529C}" srcId="{218114DE-8C57-4279-8643-CA9E3BD9392B}" destId="{EA845630-7969-4A7C-9937-B2C5A0D9B9B4}" srcOrd="0" destOrd="0" parTransId="{C5B4E8AB-8B42-4E2D-961F-1BE39A7C98CD}" sibTransId="{1C89D643-96AA-4289-A700-A36F751DACE2}"/>
    <dgm:cxn modelId="{BF04BAE3-E179-47B4-B805-2CBB09D75298}" type="presOf" srcId="{218114DE-8C57-4279-8643-CA9E3BD9392B}" destId="{39623683-7AAC-434A-9633-7DA98DE4234B}" srcOrd="0" destOrd="0" presId="urn:microsoft.com/office/officeart/2018/2/layout/IconLabelList"/>
    <dgm:cxn modelId="{954A69E9-4408-4F1A-A73A-487A62927910}" type="presOf" srcId="{EA845630-7969-4A7C-9937-B2C5A0D9B9B4}" destId="{5860AFFA-E1FB-4293-A43E-D17598600A60}" srcOrd="0" destOrd="0" presId="urn:microsoft.com/office/officeart/2018/2/layout/IconLabelList"/>
    <dgm:cxn modelId="{80F43852-5064-4808-A216-1B07FADBEC30}" type="presParOf" srcId="{39623683-7AAC-434A-9633-7DA98DE4234B}" destId="{B515147C-8037-4D52-B22E-99FB97DDC5B1}" srcOrd="0" destOrd="0" presId="urn:microsoft.com/office/officeart/2018/2/layout/IconLabelList"/>
    <dgm:cxn modelId="{DC314296-0325-4A7E-B071-24DFE5CAFE4C}" type="presParOf" srcId="{B515147C-8037-4D52-B22E-99FB97DDC5B1}" destId="{12383888-3A6A-44EA-BAD4-8CB719BDD3ED}" srcOrd="0" destOrd="0" presId="urn:microsoft.com/office/officeart/2018/2/layout/IconLabelList"/>
    <dgm:cxn modelId="{94F5C8C9-AF80-49CE-B4B7-AEB3A184F778}" type="presParOf" srcId="{B515147C-8037-4D52-B22E-99FB97DDC5B1}" destId="{7EB6E5B0-1B03-4CB4-B6FF-E0110C231292}" srcOrd="1" destOrd="0" presId="urn:microsoft.com/office/officeart/2018/2/layout/IconLabelList"/>
    <dgm:cxn modelId="{33A1C69E-ABF6-4D6D-BC95-A0013E9439C7}" type="presParOf" srcId="{B515147C-8037-4D52-B22E-99FB97DDC5B1}" destId="{5860AFFA-E1FB-4293-A43E-D17598600A60}" srcOrd="2" destOrd="0" presId="urn:microsoft.com/office/officeart/2018/2/layout/IconLabelList"/>
    <dgm:cxn modelId="{26D2132E-ABAA-4B4A-AC97-3340D5129B46}" type="presParOf" srcId="{39623683-7AAC-434A-9633-7DA98DE4234B}" destId="{AB68D1C3-A67B-4BAF-80DD-CD01BAF84B7D}" srcOrd="1" destOrd="0" presId="urn:microsoft.com/office/officeart/2018/2/layout/IconLabelList"/>
    <dgm:cxn modelId="{4756F33D-57C4-464C-B1EC-21FF7C183F5D}" type="presParOf" srcId="{39623683-7AAC-434A-9633-7DA98DE4234B}" destId="{A7557997-33EC-4A7F-9E33-09D44371F3EE}" srcOrd="2" destOrd="0" presId="urn:microsoft.com/office/officeart/2018/2/layout/IconLabelList"/>
    <dgm:cxn modelId="{81E78200-9779-440D-B48C-654D3AA0D516}" type="presParOf" srcId="{A7557997-33EC-4A7F-9E33-09D44371F3EE}" destId="{F40673BE-E768-4D71-A02D-4961F3D56D64}" srcOrd="0" destOrd="0" presId="urn:microsoft.com/office/officeart/2018/2/layout/IconLabelList"/>
    <dgm:cxn modelId="{E36550FE-70A2-4729-8F6A-44B2E546C131}" type="presParOf" srcId="{A7557997-33EC-4A7F-9E33-09D44371F3EE}" destId="{B1F9B9CC-BD85-4761-BF91-E6A6394A0CAC}" srcOrd="1" destOrd="0" presId="urn:microsoft.com/office/officeart/2018/2/layout/IconLabelList"/>
    <dgm:cxn modelId="{A6B73BB6-A04D-414E-95BE-33976B5C5A8B}" type="presParOf" srcId="{A7557997-33EC-4A7F-9E33-09D44371F3EE}" destId="{D8867B53-A76A-4F2F-B55C-0C873C794A91}" srcOrd="2" destOrd="0" presId="urn:microsoft.com/office/officeart/2018/2/layout/IconLabelList"/>
    <dgm:cxn modelId="{BAA5AC72-FA75-4EF6-9A25-3E2B81FEDE90}" type="presParOf" srcId="{39623683-7AAC-434A-9633-7DA98DE4234B}" destId="{8E3B48BD-017E-4DDE-854F-A17E677F9AA9}" srcOrd="3" destOrd="0" presId="urn:microsoft.com/office/officeart/2018/2/layout/IconLabelList"/>
    <dgm:cxn modelId="{56F0695C-3C22-4B13-B5CB-D5247A7B6C4C}" type="presParOf" srcId="{39623683-7AAC-434A-9633-7DA98DE4234B}" destId="{5194B890-C9FD-4FC3-8200-1CE06EB4E964}" srcOrd="4" destOrd="0" presId="urn:microsoft.com/office/officeart/2018/2/layout/IconLabelList"/>
    <dgm:cxn modelId="{CFAD8B43-F7E2-4268-A075-A415B256DD1F}" type="presParOf" srcId="{5194B890-C9FD-4FC3-8200-1CE06EB4E964}" destId="{E05A156C-98EF-4DBA-97B6-27E180E322DF}" srcOrd="0" destOrd="0" presId="urn:microsoft.com/office/officeart/2018/2/layout/IconLabelList"/>
    <dgm:cxn modelId="{CB1E137C-EA1C-49DD-98BE-8889A0F42C7D}" type="presParOf" srcId="{5194B890-C9FD-4FC3-8200-1CE06EB4E964}" destId="{1F0A7499-717F-485C-97D1-6B24DF52DC68}" srcOrd="1" destOrd="0" presId="urn:microsoft.com/office/officeart/2018/2/layout/IconLabelList"/>
    <dgm:cxn modelId="{B1642C8A-E880-4D22-80BA-5EA838A54D75}" type="presParOf" srcId="{5194B890-C9FD-4FC3-8200-1CE06EB4E964}" destId="{15108C5A-B1EE-4BAD-A780-4213239B038D}" srcOrd="2" destOrd="0" presId="urn:microsoft.com/office/officeart/2018/2/layout/IconLabelList"/>
    <dgm:cxn modelId="{3A416B4D-5433-4E6A-8D41-1444AD06F541}" type="presParOf" srcId="{39623683-7AAC-434A-9633-7DA98DE4234B}" destId="{7CDF9583-EF7D-43A0-BADC-8D3325D72E5B}" srcOrd="5" destOrd="0" presId="urn:microsoft.com/office/officeart/2018/2/layout/IconLabelList"/>
    <dgm:cxn modelId="{690F5485-A2A0-480C-A577-90255D34BA10}" type="presParOf" srcId="{39623683-7AAC-434A-9633-7DA98DE4234B}" destId="{E69335F8-E8D3-43D3-A703-C8472BCEAFA2}" srcOrd="6" destOrd="0" presId="urn:microsoft.com/office/officeart/2018/2/layout/IconLabelList"/>
    <dgm:cxn modelId="{7173A4AF-E4DA-40C6-BF06-8BA2D679B975}" type="presParOf" srcId="{E69335F8-E8D3-43D3-A703-C8472BCEAFA2}" destId="{48316175-3BFC-4C3A-8488-1FB98D05C124}" srcOrd="0" destOrd="0" presId="urn:microsoft.com/office/officeart/2018/2/layout/IconLabelList"/>
    <dgm:cxn modelId="{DAE68E75-903F-43DD-9CD4-83F0223A5013}" type="presParOf" srcId="{E69335F8-E8D3-43D3-A703-C8472BCEAFA2}" destId="{CA188102-9C47-4AF8-BDDC-98C732DEA1A8}" srcOrd="1" destOrd="0" presId="urn:microsoft.com/office/officeart/2018/2/layout/IconLabelList"/>
    <dgm:cxn modelId="{BEB3BEA2-7EF7-4CE9-8556-A680FDEFA314}" type="presParOf" srcId="{E69335F8-E8D3-43D3-A703-C8472BCEAFA2}" destId="{DB59F5BA-54F0-440A-8D5F-FB71E7195F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C1829C-E892-41A1-998D-C15B3AEBCC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0C702C-15D9-4CED-9F73-7E33460B0A43}">
      <dgm:prSet/>
      <dgm:spPr/>
      <dgm:t>
        <a:bodyPr/>
        <a:lstStyle/>
        <a:p>
          <a:r>
            <a:rPr lang="en-US" dirty="0"/>
            <a:t>Quantitative Screening</a:t>
          </a:r>
        </a:p>
      </dgm:t>
    </dgm:pt>
    <dgm:pt modelId="{5998AECA-9A6B-423D-998C-CA9DEBDE9758}" type="parTrans" cxnId="{61FEC6C8-5B1C-429F-BBEE-BAFB0A337880}">
      <dgm:prSet/>
      <dgm:spPr/>
      <dgm:t>
        <a:bodyPr/>
        <a:lstStyle/>
        <a:p>
          <a:endParaRPr lang="en-US"/>
        </a:p>
      </dgm:t>
    </dgm:pt>
    <dgm:pt modelId="{3497C382-ED1C-4469-B52F-C1A7B93BD7EC}" type="sibTrans" cxnId="{61FEC6C8-5B1C-429F-BBEE-BAFB0A337880}">
      <dgm:prSet/>
      <dgm:spPr/>
      <dgm:t>
        <a:bodyPr/>
        <a:lstStyle/>
        <a:p>
          <a:endParaRPr lang="en-US"/>
        </a:p>
      </dgm:t>
    </dgm:pt>
    <dgm:pt modelId="{70156385-4221-4575-933C-34B134994451}">
      <dgm:prSet/>
      <dgm:spPr/>
      <dgm:t>
        <a:bodyPr/>
        <a:lstStyle/>
        <a:p>
          <a:r>
            <a:rPr lang="en-US"/>
            <a:t>Valuation: EV/EBITDA, P/E, P/B</a:t>
          </a:r>
        </a:p>
      </dgm:t>
    </dgm:pt>
    <dgm:pt modelId="{2BE057E6-E7B2-4B1F-919D-03AE760C4CF7}" type="parTrans" cxnId="{8189CCAA-601F-482B-9D10-3F5A08647198}">
      <dgm:prSet/>
      <dgm:spPr/>
      <dgm:t>
        <a:bodyPr/>
        <a:lstStyle/>
        <a:p>
          <a:endParaRPr lang="en-US"/>
        </a:p>
      </dgm:t>
    </dgm:pt>
    <dgm:pt modelId="{0F630535-4783-4F38-8537-ABA5BEE51714}" type="sibTrans" cxnId="{8189CCAA-601F-482B-9D10-3F5A08647198}">
      <dgm:prSet/>
      <dgm:spPr/>
      <dgm:t>
        <a:bodyPr/>
        <a:lstStyle/>
        <a:p>
          <a:endParaRPr lang="en-US"/>
        </a:p>
      </dgm:t>
    </dgm:pt>
    <dgm:pt modelId="{61690706-DACD-47B7-895C-7C185DF6BF66}">
      <dgm:prSet/>
      <dgm:spPr/>
      <dgm:t>
        <a:bodyPr/>
        <a:lstStyle/>
        <a:p>
          <a:r>
            <a:rPr lang="en-US"/>
            <a:t>Profitability: ROE, ROCE, Operating Margin, Net Margin</a:t>
          </a:r>
        </a:p>
      </dgm:t>
    </dgm:pt>
    <dgm:pt modelId="{7C27CF7E-2184-4640-AB38-EC467F0F0725}" type="parTrans" cxnId="{F13A2BAB-8361-4F11-BE58-8B5F92A16CF3}">
      <dgm:prSet/>
      <dgm:spPr/>
      <dgm:t>
        <a:bodyPr/>
        <a:lstStyle/>
        <a:p>
          <a:endParaRPr lang="en-US"/>
        </a:p>
      </dgm:t>
    </dgm:pt>
    <dgm:pt modelId="{DA3251DB-D9FF-41BA-946D-1001770FA545}" type="sibTrans" cxnId="{F13A2BAB-8361-4F11-BE58-8B5F92A16CF3}">
      <dgm:prSet/>
      <dgm:spPr/>
      <dgm:t>
        <a:bodyPr/>
        <a:lstStyle/>
        <a:p>
          <a:endParaRPr lang="en-US"/>
        </a:p>
      </dgm:t>
    </dgm:pt>
    <dgm:pt modelId="{7C30E35C-430B-4D51-87A8-902E14B36015}">
      <dgm:prSet/>
      <dgm:spPr/>
      <dgm:t>
        <a:bodyPr/>
        <a:lstStyle/>
        <a:p>
          <a:r>
            <a:rPr lang="en-US"/>
            <a:t>Leverage &amp; Risk: Debt/Equity, Interest Coverage</a:t>
          </a:r>
        </a:p>
      </dgm:t>
    </dgm:pt>
    <dgm:pt modelId="{E5F633C8-86A0-4D63-9E1C-A90AE60482AF}" type="parTrans" cxnId="{95496DB9-642C-4DF4-97E7-443D748770D0}">
      <dgm:prSet/>
      <dgm:spPr/>
      <dgm:t>
        <a:bodyPr/>
        <a:lstStyle/>
        <a:p>
          <a:endParaRPr lang="en-US"/>
        </a:p>
      </dgm:t>
    </dgm:pt>
    <dgm:pt modelId="{5928DEF5-3423-4945-B29C-9D58D3A8EB8E}" type="sibTrans" cxnId="{95496DB9-642C-4DF4-97E7-443D748770D0}">
      <dgm:prSet/>
      <dgm:spPr/>
      <dgm:t>
        <a:bodyPr/>
        <a:lstStyle/>
        <a:p>
          <a:endParaRPr lang="en-US"/>
        </a:p>
      </dgm:t>
    </dgm:pt>
    <dgm:pt modelId="{5D2D898A-8ACD-4766-92FD-8A0986C33C28}">
      <dgm:prSet/>
      <dgm:spPr/>
      <dgm:t>
        <a:bodyPr/>
        <a:lstStyle/>
        <a:p>
          <a:r>
            <a:rPr lang="en-US"/>
            <a:t>Income: Dividend Yield</a:t>
          </a:r>
        </a:p>
      </dgm:t>
    </dgm:pt>
    <dgm:pt modelId="{C19CEB81-F4ED-4D73-BEEC-EA82CC268784}" type="parTrans" cxnId="{5261A2D1-1595-4AF4-AB4C-5B7C204BEACA}">
      <dgm:prSet/>
      <dgm:spPr/>
      <dgm:t>
        <a:bodyPr/>
        <a:lstStyle/>
        <a:p>
          <a:endParaRPr lang="en-US"/>
        </a:p>
      </dgm:t>
    </dgm:pt>
    <dgm:pt modelId="{69914B08-4E57-48D2-8AA0-5405EDF4A654}" type="sibTrans" cxnId="{5261A2D1-1595-4AF4-AB4C-5B7C204BEACA}">
      <dgm:prSet/>
      <dgm:spPr/>
      <dgm:t>
        <a:bodyPr/>
        <a:lstStyle/>
        <a:p>
          <a:endParaRPr lang="en-US"/>
        </a:p>
      </dgm:t>
    </dgm:pt>
    <dgm:pt modelId="{7709DB24-BE1B-42F5-8793-B913487D067B}">
      <dgm:prSet/>
      <dgm:spPr/>
      <dgm:t>
        <a:bodyPr/>
        <a:lstStyle/>
        <a:p>
          <a:r>
            <a:rPr lang="en-US"/>
            <a:t>Qualitative Assessment</a:t>
          </a:r>
        </a:p>
      </dgm:t>
    </dgm:pt>
    <dgm:pt modelId="{36723742-4954-43FD-9753-CDB2127ECDE3}" type="parTrans" cxnId="{FF6D3674-C72F-4879-BC19-E5D3F299C671}">
      <dgm:prSet/>
      <dgm:spPr/>
      <dgm:t>
        <a:bodyPr/>
        <a:lstStyle/>
        <a:p>
          <a:endParaRPr lang="en-US"/>
        </a:p>
      </dgm:t>
    </dgm:pt>
    <dgm:pt modelId="{60D23CD2-B042-496E-B04C-4DBF3299DC08}" type="sibTrans" cxnId="{FF6D3674-C72F-4879-BC19-E5D3F299C671}">
      <dgm:prSet/>
      <dgm:spPr/>
      <dgm:t>
        <a:bodyPr/>
        <a:lstStyle/>
        <a:p>
          <a:endParaRPr lang="en-US"/>
        </a:p>
      </dgm:t>
    </dgm:pt>
    <dgm:pt modelId="{3BC94CBA-B047-4E28-BBF1-D01AD7340280}">
      <dgm:prSet/>
      <dgm:spPr/>
      <dgm:t>
        <a:bodyPr/>
        <a:lstStyle/>
        <a:p>
          <a:r>
            <a:rPr lang="en-US"/>
            <a:t>Business model and competitive positioning</a:t>
          </a:r>
        </a:p>
      </dgm:t>
    </dgm:pt>
    <dgm:pt modelId="{048CD7B9-6E61-4BED-8024-D037D4B7EEEE}" type="parTrans" cxnId="{B7A763E9-8663-4531-9BCC-874D9B05AF35}">
      <dgm:prSet/>
      <dgm:spPr/>
      <dgm:t>
        <a:bodyPr/>
        <a:lstStyle/>
        <a:p>
          <a:endParaRPr lang="en-US"/>
        </a:p>
      </dgm:t>
    </dgm:pt>
    <dgm:pt modelId="{32FD1900-3D94-4504-8863-1A1AEA569EF5}" type="sibTrans" cxnId="{B7A763E9-8663-4531-9BCC-874D9B05AF35}">
      <dgm:prSet/>
      <dgm:spPr/>
      <dgm:t>
        <a:bodyPr/>
        <a:lstStyle/>
        <a:p>
          <a:endParaRPr lang="en-US"/>
        </a:p>
      </dgm:t>
    </dgm:pt>
    <dgm:pt modelId="{2C8CBE56-6BEF-4539-B9CF-F98B9857CB7E}">
      <dgm:prSet/>
      <dgm:spPr/>
      <dgm:t>
        <a:bodyPr/>
        <a:lstStyle/>
        <a:p>
          <a:r>
            <a:rPr lang="en-US"/>
            <a:t>Revenue visibility through PPAs / regulated tariffs</a:t>
          </a:r>
        </a:p>
      </dgm:t>
    </dgm:pt>
    <dgm:pt modelId="{842083EC-9A28-4B81-9286-F1A551982BCF}" type="parTrans" cxnId="{4CF929F2-A3E2-44EC-A175-AA20720F3822}">
      <dgm:prSet/>
      <dgm:spPr/>
      <dgm:t>
        <a:bodyPr/>
        <a:lstStyle/>
        <a:p>
          <a:endParaRPr lang="en-US"/>
        </a:p>
      </dgm:t>
    </dgm:pt>
    <dgm:pt modelId="{753628ED-2767-43D8-A328-3219981F09E1}" type="sibTrans" cxnId="{4CF929F2-A3E2-44EC-A175-AA20720F3822}">
      <dgm:prSet/>
      <dgm:spPr/>
      <dgm:t>
        <a:bodyPr/>
        <a:lstStyle/>
        <a:p>
          <a:endParaRPr lang="en-US"/>
        </a:p>
      </dgm:t>
    </dgm:pt>
    <dgm:pt modelId="{D01BBBCA-15BA-41A5-85DD-FDF7E6AEBD5F}">
      <dgm:prSet/>
      <dgm:spPr/>
      <dgm:t>
        <a:bodyPr/>
        <a:lstStyle/>
        <a:p>
          <a:r>
            <a:rPr lang="en-US"/>
            <a:t>Regulatory and policy exposure</a:t>
          </a:r>
        </a:p>
      </dgm:t>
    </dgm:pt>
    <dgm:pt modelId="{1E05333B-4F17-4991-A64A-DAE904C0DC75}" type="parTrans" cxnId="{3023E593-B804-4F34-BFCB-621EB8DD5D3A}">
      <dgm:prSet/>
      <dgm:spPr/>
      <dgm:t>
        <a:bodyPr/>
        <a:lstStyle/>
        <a:p>
          <a:endParaRPr lang="en-US"/>
        </a:p>
      </dgm:t>
    </dgm:pt>
    <dgm:pt modelId="{4393AD33-53CF-43C4-A220-125507582E11}" type="sibTrans" cxnId="{3023E593-B804-4F34-BFCB-621EB8DD5D3A}">
      <dgm:prSet/>
      <dgm:spPr/>
      <dgm:t>
        <a:bodyPr/>
        <a:lstStyle/>
        <a:p>
          <a:endParaRPr lang="en-US"/>
        </a:p>
      </dgm:t>
    </dgm:pt>
    <dgm:pt modelId="{EBE150A3-B90F-4EB6-A834-3FE50794C5D9}">
      <dgm:prSet/>
      <dgm:spPr/>
      <dgm:t>
        <a:bodyPr/>
        <a:lstStyle/>
        <a:p>
          <a:r>
            <a:rPr lang="en-US"/>
            <a:t>Balance sheet quality and capital allocation discipline</a:t>
          </a:r>
        </a:p>
      </dgm:t>
    </dgm:pt>
    <dgm:pt modelId="{A6F60E72-A1D3-44C9-B745-FD405C5EE239}" type="parTrans" cxnId="{CC3B6E95-B91D-4B9D-9C2D-BC2EFE7C33C7}">
      <dgm:prSet/>
      <dgm:spPr/>
      <dgm:t>
        <a:bodyPr/>
        <a:lstStyle/>
        <a:p>
          <a:endParaRPr lang="en-US"/>
        </a:p>
      </dgm:t>
    </dgm:pt>
    <dgm:pt modelId="{E9CA1F6E-BDE5-4BD8-9397-F5FCB4F3B04F}" type="sibTrans" cxnId="{CC3B6E95-B91D-4B9D-9C2D-BC2EFE7C33C7}">
      <dgm:prSet/>
      <dgm:spPr/>
      <dgm:t>
        <a:bodyPr/>
        <a:lstStyle/>
        <a:p>
          <a:endParaRPr lang="en-US"/>
        </a:p>
      </dgm:t>
    </dgm:pt>
    <dgm:pt modelId="{3725D0DC-6782-45C8-9D6A-B26BB5A0FAAB}" type="pres">
      <dgm:prSet presAssocID="{67C1829C-E892-41A1-998D-C15B3AEBCC48}" presName="linear" presStyleCnt="0">
        <dgm:presLayoutVars>
          <dgm:animLvl val="lvl"/>
          <dgm:resizeHandles val="exact"/>
        </dgm:presLayoutVars>
      </dgm:prSet>
      <dgm:spPr/>
    </dgm:pt>
    <dgm:pt modelId="{312FE2A6-78F5-4CBA-B812-4ACAE534E920}" type="pres">
      <dgm:prSet presAssocID="{6A0C702C-15D9-4CED-9F73-7E33460B0A43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9CF6681D-01F1-444B-99CB-D42603B47617}" type="pres">
      <dgm:prSet presAssocID="{3497C382-ED1C-4469-B52F-C1A7B93BD7EC}" presName="spacer" presStyleCnt="0"/>
      <dgm:spPr/>
    </dgm:pt>
    <dgm:pt modelId="{CDFDFDC9-CF88-42B2-861F-591204B40233}" type="pres">
      <dgm:prSet presAssocID="{70156385-4221-4575-933C-34B134994451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0F40179A-1F30-46CB-A8A9-BBEC37097956}" type="pres">
      <dgm:prSet presAssocID="{0F630535-4783-4F38-8537-ABA5BEE51714}" presName="spacer" presStyleCnt="0"/>
      <dgm:spPr/>
    </dgm:pt>
    <dgm:pt modelId="{6F4960FC-41E5-4412-ABC8-86D6F0D2F683}" type="pres">
      <dgm:prSet presAssocID="{61690706-DACD-47B7-895C-7C185DF6BF66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A9509A73-781E-4991-B4E4-7535F60521D3}" type="pres">
      <dgm:prSet presAssocID="{DA3251DB-D9FF-41BA-946D-1001770FA545}" presName="spacer" presStyleCnt="0"/>
      <dgm:spPr/>
    </dgm:pt>
    <dgm:pt modelId="{52C1B1C0-BF42-4712-92A2-AD44E1741F4A}" type="pres">
      <dgm:prSet presAssocID="{7C30E35C-430B-4D51-87A8-902E14B36015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A64A873E-FB22-474A-B312-D95DC0F8F8D2}" type="pres">
      <dgm:prSet presAssocID="{5928DEF5-3423-4945-B29C-9D58D3A8EB8E}" presName="spacer" presStyleCnt="0"/>
      <dgm:spPr/>
    </dgm:pt>
    <dgm:pt modelId="{28167E51-308B-4BAC-A2EE-CCC7501C5071}" type="pres">
      <dgm:prSet presAssocID="{5D2D898A-8ACD-4766-92FD-8A0986C33C28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11B67C06-4354-4303-A762-AA8A80FBD355}" type="pres">
      <dgm:prSet presAssocID="{69914B08-4E57-48D2-8AA0-5405EDF4A654}" presName="spacer" presStyleCnt="0"/>
      <dgm:spPr/>
    </dgm:pt>
    <dgm:pt modelId="{BEBB196D-19BC-4EC8-BE90-6208BBB1D01F}" type="pres">
      <dgm:prSet presAssocID="{7709DB24-BE1B-42F5-8793-B913487D067B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0D997E51-8465-4BA1-B179-52ECE08C46FC}" type="pres">
      <dgm:prSet presAssocID="{60D23CD2-B042-496E-B04C-4DBF3299DC08}" presName="spacer" presStyleCnt="0"/>
      <dgm:spPr/>
    </dgm:pt>
    <dgm:pt modelId="{FE438A37-4E13-4BAB-A378-8AC896343018}" type="pres">
      <dgm:prSet presAssocID="{3BC94CBA-B047-4E28-BBF1-D01AD7340280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799FE7E7-74BA-4C73-8F41-02A7787F0FD8}" type="pres">
      <dgm:prSet presAssocID="{32FD1900-3D94-4504-8863-1A1AEA569EF5}" presName="spacer" presStyleCnt="0"/>
      <dgm:spPr/>
    </dgm:pt>
    <dgm:pt modelId="{44AD426F-E55A-4029-84A2-DDC8BAD0F764}" type="pres">
      <dgm:prSet presAssocID="{2C8CBE56-6BEF-4539-B9CF-F98B9857CB7E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21036FA-2EDA-4A35-9F5C-C7A568B3D10F}" type="pres">
      <dgm:prSet presAssocID="{753628ED-2767-43D8-A328-3219981F09E1}" presName="spacer" presStyleCnt="0"/>
      <dgm:spPr/>
    </dgm:pt>
    <dgm:pt modelId="{08F4D71D-0D97-473A-A7FB-5F74E67C6376}" type="pres">
      <dgm:prSet presAssocID="{D01BBBCA-15BA-41A5-85DD-FDF7E6AEBD5F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03EF72AB-BE12-4E05-8DEB-D5F36D3EEC07}" type="pres">
      <dgm:prSet presAssocID="{4393AD33-53CF-43C4-A220-125507582E11}" presName="spacer" presStyleCnt="0"/>
      <dgm:spPr/>
    </dgm:pt>
    <dgm:pt modelId="{F4CA3CFA-A108-4098-9550-19A81BB0E62C}" type="pres">
      <dgm:prSet presAssocID="{EBE150A3-B90F-4EB6-A834-3FE50794C5D9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70F77B19-5C29-469B-A309-941FABE190E3}" type="presOf" srcId="{7C30E35C-430B-4D51-87A8-902E14B36015}" destId="{52C1B1C0-BF42-4712-92A2-AD44E1741F4A}" srcOrd="0" destOrd="0" presId="urn:microsoft.com/office/officeart/2005/8/layout/vList2"/>
    <dgm:cxn modelId="{8A0B9F1C-0029-4C4D-A7BF-665854399DA6}" type="presOf" srcId="{61690706-DACD-47B7-895C-7C185DF6BF66}" destId="{6F4960FC-41E5-4412-ABC8-86D6F0D2F683}" srcOrd="0" destOrd="0" presId="urn:microsoft.com/office/officeart/2005/8/layout/vList2"/>
    <dgm:cxn modelId="{F62DAF1E-9859-407A-B9BD-AAEC32A5ECAD}" type="presOf" srcId="{70156385-4221-4575-933C-34B134994451}" destId="{CDFDFDC9-CF88-42B2-861F-591204B40233}" srcOrd="0" destOrd="0" presId="urn:microsoft.com/office/officeart/2005/8/layout/vList2"/>
    <dgm:cxn modelId="{C36FD939-C70D-4554-A70F-DE94095B9706}" type="presOf" srcId="{6A0C702C-15D9-4CED-9F73-7E33460B0A43}" destId="{312FE2A6-78F5-4CBA-B812-4ACAE534E920}" srcOrd="0" destOrd="0" presId="urn:microsoft.com/office/officeart/2005/8/layout/vList2"/>
    <dgm:cxn modelId="{FFE3DC64-06AB-4236-B5CE-AC5A6FB94B12}" type="presOf" srcId="{3BC94CBA-B047-4E28-BBF1-D01AD7340280}" destId="{FE438A37-4E13-4BAB-A378-8AC896343018}" srcOrd="0" destOrd="0" presId="urn:microsoft.com/office/officeart/2005/8/layout/vList2"/>
    <dgm:cxn modelId="{024B4966-2D75-49E9-B21F-281DB4B8FB40}" type="presOf" srcId="{EBE150A3-B90F-4EB6-A834-3FE50794C5D9}" destId="{F4CA3CFA-A108-4098-9550-19A81BB0E62C}" srcOrd="0" destOrd="0" presId="urn:microsoft.com/office/officeart/2005/8/layout/vList2"/>
    <dgm:cxn modelId="{FF6D3674-C72F-4879-BC19-E5D3F299C671}" srcId="{67C1829C-E892-41A1-998D-C15B3AEBCC48}" destId="{7709DB24-BE1B-42F5-8793-B913487D067B}" srcOrd="5" destOrd="0" parTransId="{36723742-4954-43FD-9753-CDB2127ECDE3}" sibTransId="{60D23CD2-B042-496E-B04C-4DBF3299DC08}"/>
    <dgm:cxn modelId="{3023E593-B804-4F34-BFCB-621EB8DD5D3A}" srcId="{67C1829C-E892-41A1-998D-C15B3AEBCC48}" destId="{D01BBBCA-15BA-41A5-85DD-FDF7E6AEBD5F}" srcOrd="8" destOrd="0" parTransId="{1E05333B-4F17-4991-A64A-DAE904C0DC75}" sibTransId="{4393AD33-53CF-43C4-A220-125507582E11}"/>
    <dgm:cxn modelId="{CC3B6E95-B91D-4B9D-9C2D-BC2EFE7C33C7}" srcId="{67C1829C-E892-41A1-998D-C15B3AEBCC48}" destId="{EBE150A3-B90F-4EB6-A834-3FE50794C5D9}" srcOrd="9" destOrd="0" parTransId="{A6F60E72-A1D3-44C9-B745-FD405C5EE239}" sibTransId="{E9CA1F6E-BDE5-4BD8-9397-F5FCB4F3B04F}"/>
    <dgm:cxn modelId="{8189CCAA-601F-482B-9D10-3F5A08647198}" srcId="{67C1829C-E892-41A1-998D-C15B3AEBCC48}" destId="{70156385-4221-4575-933C-34B134994451}" srcOrd="1" destOrd="0" parTransId="{2BE057E6-E7B2-4B1F-919D-03AE760C4CF7}" sibTransId="{0F630535-4783-4F38-8537-ABA5BEE51714}"/>
    <dgm:cxn modelId="{F13A2BAB-8361-4F11-BE58-8B5F92A16CF3}" srcId="{67C1829C-E892-41A1-998D-C15B3AEBCC48}" destId="{61690706-DACD-47B7-895C-7C185DF6BF66}" srcOrd="2" destOrd="0" parTransId="{7C27CF7E-2184-4640-AB38-EC467F0F0725}" sibTransId="{DA3251DB-D9FF-41BA-946D-1001770FA545}"/>
    <dgm:cxn modelId="{798851B6-9CE0-4862-8B0E-D23419BADA19}" type="presOf" srcId="{5D2D898A-8ACD-4766-92FD-8A0986C33C28}" destId="{28167E51-308B-4BAC-A2EE-CCC7501C5071}" srcOrd="0" destOrd="0" presId="urn:microsoft.com/office/officeart/2005/8/layout/vList2"/>
    <dgm:cxn modelId="{95496DB9-642C-4DF4-97E7-443D748770D0}" srcId="{67C1829C-E892-41A1-998D-C15B3AEBCC48}" destId="{7C30E35C-430B-4D51-87A8-902E14B36015}" srcOrd="3" destOrd="0" parTransId="{E5F633C8-86A0-4D63-9E1C-A90AE60482AF}" sibTransId="{5928DEF5-3423-4945-B29C-9D58D3A8EB8E}"/>
    <dgm:cxn modelId="{D7732CBF-5DBA-4BC2-81EA-DB4C7DE33486}" type="presOf" srcId="{D01BBBCA-15BA-41A5-85DD-FDF7E6AEBD5F}" destId="{08F4D71D-0D97-473A-A7FB-5F74E67C6376}" srcOrd="0" destOrd="0" presId="urn:microsoft.com/office/officeart/2005/8/layout/vList2"/>
    <dgm:cxn modelId="{61FEC6C8-5B1C-429F-BBEE-BAFB0A337880}" srcId="{67C1829C-E892-41A1-998D-C15B3AEBCC48}" destId="{6A0C702C-15D9-4CED-9F73-7E33460B0A43}" srcOrd="0" destOrd="0" parTransId="{5998AECA-9A6B-423D-998C-CA9DEBDE9758}" sibTransId="{3497C382-ED1C-4469-B52F-C1A7B93BD7EC}"/>
    <dgm:cxn modelId="{BDCBBBD0-9CF6-4196-8743-4DE7DB2A4346}" type="presOf" srcId="{67C1829C-E892-41A1-998D-C15B3AEBCC48}" destId="{3725D0DC-6782-45C8-9D6A-B26BB5A0FAAB}" srcOrd="0" destOrd="0" presId="urn:microsoft.com/office/officeart/2005/8/layout/vList2"/>
    <dgm:cxn modelId="{5261A2D1-1595-4AF4-AB4C-5B7C204BEACA}" srcId="{67C1829C-E892-41A1-998D-C15B3AEBCC48}" destId="{5D2D898A-8ACD-4766-92FD-8A0986C33C28}" srcOrd="4" destOrd="0" parTransId="{C19CEB81-F4ED-4D73-BEEC-EA82CC268784}" sibTransId="{69914B08-4E57-48D2-8AA0-5405EDF4A654}"/>
    <dgm:cxn modelId="{167EACDB-0F44-4093-8419-BC4848FD59FC}" type="presOf" srcId="{7709DB24-BE1B-42F5-8793-B913487D067B}" destId="{BEBB196D-19BC-4EC8-BE90-6208BBB1D01F}" srcOrd="0" destOrd="0" presId="urn:microsoft.com/office/officeart/2005/8/layout/vList2"/>
    <dgm:cxn modelId="{BB4980E4-E947-4F77-93A7-A0B8BBF4116D}" type="presOf" srcId="{2C8CBE56-6BEF-4539-B9CF-F98B9857CB7E}" destId="{44AD426F-E55A-4029-84A2-DDC8BAD0F764}" srcOrd="0" destOrd="0" presId="urn:microsoft.com/office/officeart/2005/8/layout/vList2"/>
    <dgm:cxn modelId="{B7A763E9-8663-4531-9BCC-874D9B05AF35}" srcId="{67C1829C-E892-41A1-998D-C15B3AEBCC48}" destId="{3BC94CBA-B047-4E28-BBF1-D01AD7340280}" srcOrd="6" destOrd="0" parTransId="{048CD7B9-6E61-4BED-8024-D037D4B7EEEE}" sibTransId="{32FD1900-3D94-4504-8863-1A1AEA569EF5}"/>
    <dgm:cxn modelId="{4CF929F2-A3E2-44EC-A175-AA20720F3822}" srcId="{67C1829C-E892-41A1-998D-C15B3AEBCC48}" destId="{2C8CBE56-6BEF-4539-B9CF-F98B9857CB7E}" srcOrd="7" destOrd="0" parTransId="{842083EC-9A28-4B81-9286-F1A551982BCF}" sibTransId="{753628ED-2767-43D8-A328-3219981F09E1}"/>
    <dgm:cxn modelId="{8ACEC7E0-0047-49A7-A247-9CD588C5D4C8}" type="presParOf" srcId="{3725D0DC-6782-45C8-9D6A-B26BB5A0FAAB}" destId="{312FE2A6-78F5-4CBA-B812-4ACAE534E920}" srcOrd="0" destOrd="0" presId="urn:microsoft.com/office/officeart/2005/8/layout/vList2"/>
    <dgm:cxn modelId="{97B94B26-1B89-4665-9A20-320CF8FB8B65}" type="presParOf" srcId="{3725D0DC-6782-45C8-9D6A-B26BB5A0FAAB}" destId="{9CF6681D-01F1-444B-99CB-D42603B47617}" srcOrd="1" destOrd="0" presId="urn:microsoft.com/office/officeart/2005/8/layout/vList2"/>
    <dgm:cxn modelId="{371F3D12-9EB6-4CD0-8EBB-D416031BD465}" type="presParOf" srcId="{3725D0DC-6782-45C8-9D6A-B26BB5A0FAAB}" destId="{CDFDFDC9-CF88-42B2-861F-591204B40233}" srcOrd="2" destOrd="0" presId="urn:microsoft.com/office/officeart/2005/8/layout/vList2"/>
    <dgm:cxn modelId="{74FFF734-DAD0-48B0-BE0B-2185AB8D8559}" type="presParOf" srcId="{3725D0DC-6782-45C8-9D6A-B26BB5A0FAAB}" destId="{0F40179A-1F30-46CB-A8A9-BBEC37097956}" srcOrd="3" destOrd="0" presId="urn:microsoft.com/office/officeart/2005/8/layout/vList2"/>
    <dgm:cxn modelId="{AF377182-B515-41B4-B60D-7B10FC020E93}" type="presParOf" srcId="{3725D0DC-6782-45C8-9D6A-B26BB5A0FAAB}" destId="{6F4960FC-41E5-4412-ABC8-86D6F0D2F683}" srcOrd="4" destOrd="0" presId="urn:microsoft.com/office/officeart/2005/8/layout/vList2"/>
    <dgm:cxn modelId="{E5790A0E-E6C0-4EE5-999C-912CB5EFC527}" type="presParOf" srcId="{3725D0DC-6782-45C8-9D6A-B26BB5A0FAAB}" destId="{A9509A73-781E-4991-B4E4-7535F60521D3}" srcOrd="5" destOrd="0" presId="urn:microsoft.com/office/officeart/2005/8/layout/vList2"/>
    <dgm:cxn modelId="{8BF4876E-1612-44CC-AB45-C8FD278E3C27}" type="presParOf" srcId="{3725D0DC-6782-45C8-9D6A-B26BB5A0FAAB}" destId="{52C1B1C0-BF42-4712-92A2-AD44E1741F4A}" srcOrd="6" destOrd="0" presId="urn:microsoft.com/office/officeart/2005/8/layout/vList2"/>
    <dgm:cxn modelId="{F3D11244-2609-4470-A3F6-DC01ECC38AE0}" type="presParOf" srcId="{3725D0DC-6782-45C8-9D6A-B26BB5A0FAAB}" destId="{A64A873E-FB22-474A-B312-D95DC0F8F8D2}" srcOrd="7" destOrd="0" presId="urn:microsoft.com/office/officeart/2005/8/layout/vList2"/>
    <dgm:cxn modelId="{F4469750-FE0E-4971-89E4-AD424BDDE8C3}" type="presParOf" srcId="{3725D0DC-6782-45C8-9D6A-B26BB5A0FAAB}" destId="{28167E51-308B-4BAC-A2EE-CCC7501C5071}" srcOrd="8" destOrd="0" presId="urn:microsoft.com/office/officeart/2005/8/layout/vList2"/>
    <dgm:cxn modelId="{9AEB23E8-E8D8-4183-B6F1-D28F589B44B8}" type="presParOf" srcId="{3725D0DC-6782-45C8-9D6A-B26BB5A0FAAB}" destId="{11B67C06-4354-4303-A762-AA8A80FBD355}" srcOrd="9" destOrd="0" presId="urn:microsoft.com/office/officeart/2005/8/layout/vList2"/>
    <dgm:cxn modelId="{7DF5ECC6-C09F-4603-86F7-6B31A80ACFBC}" type="presParOf" srcId="{3725D0DC-6782-45C8-9D6A-B26BB5A0FAAB}" destId="{BEBB196D-19BC-4EC8-BE90-6208BBB1D01F}" srcOrd="10" destOrd="0" presId="urn:microsoft.com/office/officeart/2005/8/layout/vList2"/>
    <dgm:cxn modelId="{3B6D4157-73CF-45B7-A6EC-757FCD580BB5}" type="presParOf" srcId="{3725D0DC-6782-45C8-9D6A-B26BB5A0FAAB}" destId="{0D997E51-8465-4BA1-B179-52ECE08C46FC}" srcOrd="11" destOrd="0" presId="urn:microsoft.com/office/officeart/2005/8/layout/vList2"/>
    <dgm:cxn modelId="{4C936B4C-1D9D-47B3-B9C3-F961F8D0EAB4}" type="presParOf" srcId="{3725D0DC-6782-45C8-9D6A-B26BB5A0FAAB}" destId="{FE438A37-4E13-4BAB-A378-8AC896343018}" srcOrd="12" destOrd="0" presId="urn:microsoft.com/office/officeart/2005/8/layout/vList2"/>
    <dgm:cxn modelId="{6B2E32B1-2973-497B-A715-1BED1E94D6D7}" type="presParOf" srcId="{3725D0DC-6782-45C8-9D6A-B26BB5A0FAAB}" destId="{799FE7E7-74BA-4C73-8F41-02A7787F0FD8}" srcOrd="13" destOrd="0" presId="urn:microsoft.com/office/officeart/2005/8/layout/vList2"/>
    <dgm:cxn modelId="{32906DE4-72E7-4709-96D6-0C9577352A34}" type="presParOf" srcId="{3725D0DC-6782-45C8-9D6A-B26BB5A0FAAB}" destId="{44AD426F-E55A-4029-84A2-DDC8BAD0F764}" srcOrd="14" destOrd="0" presId="urn:microsoft.com/office/officeart/2005/8/layout/vList2"/>
    <dgm:cxn modelId="{A2AE6864-D673-49E2-95DE-A8A7C51CD3AF}" type="presParOf" srcId="{3725D0DC-6782-45C8-9D6A-B26BB5A0FAAB}" destId="{F21036FA-2EDA-4A35-9F5C-C7A568B3D10F}" srcOrd="15" destOrd="0" presId="urn:microsoft.com/office/officeart/2005/8/layout/vList2"/>
    <dgm:cxn modelId="{37AE22ED-5283-4041-B32A-098CE76B9C1C}" type="presParOf" srcId="{3725D0DC-6782-45C8-9D6A-B26BB5A0FAAB}" destId="{08F4D71D-0D97-473A-A7FB-5F74E67C6376}" srcOrd="16" destOrd="0" presId="urn:microsoft.com/office/officeart/2005/8/layout/vList2"/>
    <dgm:cxn modelId="{C97F3EAD-58AC-4D98-8836-60674BBDF6E7}" type="presParOf" srcId="{3725D0DC-6782-45C8-9D6A-B26BB5A0FAAB}" destId="{03EF72AB-BE12-4E05-8DEB-D5F36D3EEC07}" srcOrd="17" destOrd="0" presId="urn:microsoft.com/office/officeart/2005/8/layout/vList2"/>
    <dgm:cxn modelId="{98D22B45-11DC-4C9C-9A18-09BFD40C1E13}" type="presParOf" srcId="{3725D0DC-6782-45C8-9D6A-B26BB5A0FAAB}" destId="{F4CA3CFA-A108-4098-9550-19A81BB0E62C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202C10-7971-4498-BB73-AECA01DD426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271A30-ABB6-41C4-92EA-E059064141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Initial universe of ~60 listed utilities companies evaluated across financial and qualitative parameters.</a:t>
          </a:r>
        </a:p>
      </dgm:t>
    </dgm:pt>
    <dgm:pt modelId="{5CE6C743-CEA7-4A3E-B93F-2727798FDF2C}" type="parTrans" cxnId="{7EC65EE5-565C-4333-BE78-2BFD4D97E6B2}">
      <dgm:prSet/>
      <dgm:spPr/>
      <dgm:t>
        <a:bodyPr/>
        <a:lstStyle/>
        <a:p>
          <a:endParaRPr lang="en-US"/>
        </a:p>
      </dgm:t>
    </dgm:pt>
    <dgm:pt modelId="{1C11A283-58C4-437F-92B3-0A78998CEF86}" type="sibTrans" cxnId="{7EC65EE5-565C-4333-BE78-2BFD4D97E6B2}">
      <dgm:prSet/>
      <dgm:spPr/>
      <dgm:t>
        <a:bodyPr/>
        <a:lstStyle/>
        <a:p>
          <a:endParaRPr lang="en-US"/>
        </a:p>
      </dgm:t>
    </dgm:pt>
    <dgm:pt modelId="{BD3F945C-396E-4750-B8CA-B93651801B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Companies with persistent losses, weak cash flows, or inadequate disclosures were excluded.</a:t>
          </a:r>
        </a:p>
      </dgm:t>
    </dgm:pt>
    <dgm:pt modelId="{83788915-5214-4B65-90F2-7419BFB50325}" type="parTrans" cxnId="{031B39D4-6547-4924-97AA-65188D1EC306}">
      <dgm:prSet/>
      <dgm:spPr/>
      <dgm:t>
        <a:bodyPr/>
        <a:lstStyle/>
        <a:p>
          <a:endParaRPr lang="en-US"/>
        </a:p>
      </dgm:t>
    </dgm:pt>
    <dgm:pt modelId="{D1EDD08B-D626-4688-829B-10FBD5A13EF6}" type="sibTrans" cxnId="{031B39D4-6547-4924-97AA-65188D1EC306}">
      <dgm:prSet/>
      <dgm:spPr/>
      <dgm:t>
        <a:bodyPr/>
        <a:lstStyle/>
        <a:p>
          <a:endParaRPr lang="en-US"/>
        </a:p>
      </dgm:t>
    </dgm:pt>
    <dgm:pt modelId="{261B891F-881B-4ECA-8B3A-6816350CBD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Further filtering applied to remove entities with high leverage, low profitability, or weak return ratios.</a:t>
          </a:r>
        </a:p>
      </dgm:t>
    </dgm:pt>
    <dgm:pt modelId="{10D0EB50-0299-414C-982F-EC8501194DC1}" type="parTrans" cxnId="{445391C8-52BB-4FF7-B06F-7B57F629D439}">
      <dgm:prSet/>
      <dgm:spPr/>
      <dgm:t>
        <a:bodyPr/>
        <a:lstStyle/>
        <a:p>
          <a:endParaRPr lang="en-US"/>
        </a:p>
      </dgm:t>
    </dgm:pt>
    <dgm:pt modelId="{88674DF6-CC46-42D2-BC58-98AF40540135}" type="sibTrans" cxnId="{445391C8-52BB-4FF7-B06F-7B57F629D439}">
      <dgm:prSet/>
      <dgm:spPr/>
      <dgm:t>
        <a:bodyPr/>
        <a:lstStyle/>
        <a:p>
          <a:endParaRPr lang="en-US"/>
        </a:p>
      </dgm:t>
    </dgm:pt>
    <dgm:pt modelId="{60BD5341-A337-4FC6-B354-D38FE3E55E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 shortlist represents financially stable utilities with consistent performance and acceptable risk profiles.</a:t>
          </a:r>
        </a:p>
      </dgm:t>
    </dgm:pt>
    <dgm:pt modelId="{8980CF0C-2BF1-46F0-85C7-323622E54A45}" type="parTrans" cxnId="{A9BB3FB0-6A41-4691-A4FC-DD91CD913082}">
      <dgm:prSet/>
      <dgm:spPr/>
      <dgm:t>
        <a:bodyPr/>
        <a:lstStyle/>
        <a:p>
          <a:endParaRPr lang="en-US"/>
        </a:p>
      </dgm:t>
    </dgm:pt>
    <dgm:pt modelId="{5B616E21-AB04-491A-BF5F-EC3E9620876B}" type="sibTrans" cxnId="{A9BB3FB0-6A41-4691-A4FC-DD91CD913082}">
      <dgm:prSet/>
      <dgm:spPr/>
      <dgm:t>
        <a:bodyPr/>
        <a:lstStyle/>
        <a:p>
          <a:endParaRPr lang="en-US"/>
        </a:p>
      </dgm:t>
    </dgm:pt>
    <dgm:pt modelId="{D60BCA7C-9C0C-4C7E-927C-2C114A48F655}" type="pres">
      <dgm:prSet presAssocID="{1E202C10-7971-4498-BB73-AECA01DD4266}" presName="root" presStyleCnt="0">
        <dgm:presLayoutVars>
          <dgm:dir/>
          <dgm:resizeHandles val="exact"/>
        </dgm:presLayoutVars>
      </dgm:prSet>
      <dgm:spPr/>
    </dgm:pt>
    <dgm:pt modelId="{DA522CAC-CE3B-40A8-9CA8-A718796AA1B7}" type="pres">
      <dgm:prSet presAssocID="{A6271A30-ABB6-41C4-92EA-E0590641417D}" presName="compNode" presStyleCnt="0"/>
      <dgm:spPr/>
    </dgm:pt>
    <dgm:pt modelId="{F1172838-F5BD-4B16-B2C6-B5AB33D74F88}" type="pres">
      <dgm:prSet presAssocID="{A6271A30-ABB6-41C4-92EA-E0590641417D}" presName="bgRect" presStyleLbl="bgShp" presStyleIdx="0" presStyleCnt="4"/>
      <dgm:spPr/>
    </dgm:pt>
    <dgm:pt modelId="{299694F9-0E2C-469F-BA03-DA576FDA643C}" type="pres">
      <dgm:prSet presAssocID="{A6271A30-ABB6-41C4-92EA-E059064141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9320B245-D35E-4DAD-9095-FD9B65F4056E}" type="pres">
      <dgm:prSet presAssocID="{A6271A30-ABB6-41C4-92EA-E0590641417D}" presName="spaceRect" presStyleCnt="0"/>
      <dgm:spPr/>
    </dgm:pt>
    <dgm:pt modelId="{B0BBD9F0-0EC4-42F4-98DF-BCC64EE3E7D8}" type="pres">
      <dgm:prSet presAssocID="{A6271A30-ABB6-41C4-92EA-E0590641417D}" presName="parTx" presStyleLbl="revTx" presStyleIdx="0" presStyleCnt="4">
        <dgm:presLayoutVars>
          <dgm:chMax val="0"/>
          <dgm:chPref val="0"/>
        </dgm:presLayoutVars>
      </dgm:prSet>
      <dgm:spPr/>
    </dgm:pt>
    <dgm:pt modelId="{5437DE6D-ABE1-4E02-881D-0F7D895B24E1}" type="pres">
      <dgm:prSet presAssocID="{1C11A283-58C4-437F-92B3-0A78998CEF86}" presName="sibTrans" presStyleCnt="0"/>
      <dgm:spPr/>
    </dgm:pt>
    <dgm:pt modelId="{2594FFEA-2172-4AA5-A8C9-8AEB208A1983}" type="pres">
      <dgm:prSet presAssocID="{BD3F945C-396E-4750-B8CA-B93651801B86}" presName="compNode" presStyleCnt="0"/>
      <dgm:spPr/>
    </dgm:pt>
    <dgm:pt modelId="{43F8D044-9113-4235-9AFD-696522BF4998}" type="pres">
      <dgm:prSet presAssocID="{BD3F945C-396E-4750-B8CA-B93651801B86}" presName="bgRect" presStyleLbl="bgShp" presStyleIdx="1" presStyleCnt="4"/>
      <dgm:spPr/>
    </dgm:pt>
    <dgm:pt modelId="{D5F33DC2-D6E4-48F6-AC00-C91679EDBBF3}" type="pres">
      <dgm:prSet presAssocID="{BD3F945C-396E-4750-B8CA-B93651801B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197317F-7661-46DC-908F-96EDE6C98E5A}" type="pres">
      <dgm:prSet presAssocID="{BD3F945C-396E-4750-B8CA-B93651801B86}" presName="spaceRect" presStyleCnt="0"/>
      <dgm:spPr/>
    </dgm:pt>
    <dgm:pt modelId="{07073544-657A-4E3C-81A0-985481417AB3}" type="pres">
      <dgm:prSet presAssocID="{BD3F945C-396E-4750-B8CA-B93651801B86}" presName="parTx" presStyleLbl="revTx" presStyleIdx="1" presStyleCnt="4">
        <dgm:presLayoutVars>
          <dgm:chMax val="0"/>
          <dgm:chPref val="0"/>
        </dgm:presLayoutVars>
      </dgm:prSet>
      <dgm:spPr/>
    </dgm:pt>
    <dgm:pt modelId="{CD258627-5237-4EFB-9523-0AFE985D6161}" type="pres">
      <dgm:prSet presAssocID="{D1EDD08B-D626-4688-829B-10FBD5A13EF6}" presName="sibTrans" presStyleCnt="0"/>
      <dgm:spPr/>
    </dgm:pt>
    <dgm:pt modelId="{4EBEFCC5-BBE4-4C4F-86CB-4C0D1F5CDF20}" type="pres">
      <dgm:prSet presAssocID="{261B891F-881B-4ECA-8B3A-6816350CBD6A}" presName="compNode" presStyleCnt="0"/>
      <dgm:spPr/>
    </dgm:pt>
    <dgm:pt modelId="{51D7C41E-C6D1-4580-BA82-219F11B6AB52}" type="pres">
      <dgm:prSet presAssocID="{261B891F-881B-4ECA-8B3A-6816350CBD6A}" presName="bgRect" presStyleLbl="bgShp" presStyleIdx="2" presStyleCnt="4"/>
      <dgm:spPr/>
    </dgm:pt>
    <dgm:pt modelId="{AF80AB84-8884-48B6-99E2-0C93F7672FA0}" type="pres">
      <dgm:prSet presAssocID="{261B891F-881B-4ECA-8B3A-6816350CBD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248A558-02BB-47D0-A045-653B083B0B16}" type="pres">
      <dgm:prSet presAssocID="{261B891F-881B-4ECA-8B3A-6816350CBD6A}" presName="spaceRect" presStyleCnt="0"/>
      <dgm:spPr/>
    </dgm:pt>
    <dgm:pt modelId="{674A5394-80C3-4C87-A742-D6CC02F1C1B7}" type="pres">
      <dgm:prSet presAssocID="{261B891F-881B-4ECA-8B3A-6816350CBD6A}" presName="parTx" presStyleLbl="revTx" presStyleIdx="2" presStyleCnt="4">
        <dgm:presLayoutVars>
          <dgm:chMax val="0"/>
          <dgm:chPref val="0"/>
        </dgm:presLayoutVars>
      </dgm:prSet>
      <dgm:spPr/>
    </dgm:pt>
    <dgm:pt modelId="{3ECA7008-B913-47B2-A068-3EFBCA594DCC}" type="pres">
      <dgm:prSet presAssocID="{88674DF6-CC46-42D2-BC58-98AF40540135}" presName="sibTrans" presStyleCnt="0"/>
      <dgm:spPr/>
    </dgm:pt>
    <dgm:pt modelId="{2185D129-0BDE-43C5-B0DC-6A5B867DF199}" type="pres">
      <dgm:prSet presAssocID="{60BD5341-A337-4FC6-B354-D38FE3E55EB5}" presName="compNode" presStyleCnt="0"/>
      <dgm:spPr/>
    </dgm:pt>
    <dgm:pt modelId="{801D038D-5B70-4133-8E82-AB4C3DD7D0EC}" type="pres">
      <dgm:prSet presAssocID="{60BD5341-A337-4FC6-B354-D38FE3E55EB5}" presName="bgRect" presStyleLbl="bgShp" presStyleIdx="3" presStyleCnt="4"/>
      <dgm:spPr/>
    </dgm:pt>
    <dgm:pt modelId="{01A8F858-B6AB-4EDD-9649-EA07DFEBA122}" type="pres">
      <dgm:prSet presAssocID="{60BD5341-A337-4FC6-B354-D38FE3E55EB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D2105302-D1D4-4D49-9D85-EB1F9F95F047}" type="pres">
      <dgm:prSet presAssocID="{60BD5341-A337-4FC6-B354-D38FE3E55EB5}" presName="spaceRect" presStyleCnt="0"/>
      <dgm:spPr/>
    </dgm:pt>
    <dgm:pt modelId="{B5B400CA-D7A2-4D60-9BDF-AC73FCD023B8}" type="pres">
      <dgm:prSet presAssocID="{60BD5341-A337-4FC6-B354-D38FE3E55EB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1EF9F03-16F1-46D6-BDD3-D0459E970349}" type="presOf" srcId="{261B891F-881B-4ECA-8B3A-6816350CBD6A}" destId="{674A5394-80C3-4C87-A742-D6CC02F1C1B7}" srcOrd="0" destOrd="0" presId="urn:microsoft.com/office/officeart/2018/2/layout/IconVerticalSolidList"/>
    <dgm:cxn modelId="{C6D3ED04-D09B-4BDF-B4CA-2F7C70581F7C}" type="presOf" srcId="{BD3F945C-396E-4750-B8CA-B93651801B86}" destId="{07073544-657A-4E3C-81A0-985481417AB3}" srcOrd="0" destOrd="0" presId="urn:microsoft.com/office/officeart/2018/2/layout/IconVerticalSolidList"/>
    <dgm:cxn modelId="{1B29A813-D8D9-4DB5-B5D3-C856F2C8243A}" type="presOf" srcId="{A6271A30-ABB6-41C4-92EA-E0590641417D}" destId="{B0BBD9F0-0EC4-42F4-98DF-BCC64EE3E7D8}" srcOrd="0" destOrd="0" presId="urn:microsoft.com/office/officeart/2018/2/layout/IconVerticalSolidList"/>
    <dgm:cxn modelId="{E17E9F60-CE2A-4941-A373-443803C9D0C7}" type="presOf" srcId="{60BD5341-A337-4FC6-B354-D38FE3E55EB5}" destId="{B5B400CA-D7A2-4D60-9BDF-AC73FCD023B8}" srcOrd="0" destOrd="0" presId="urn:microsoft.com/office/officeart/2018/2/layout/IconVerticalSolidList"/>
    <dgm:cxn modelId="{CBBC3AA9-C9A0-4B3D-849B-2392F4B6C6D7}" type="presOf" srcId="{1E202C10-7971-4498-BB73-AECA01DD4266}" destId="{D60BCA7C-9C0C-4C7E-927C-2C114A48F655}" srcOrd="0" destOrd="0" presId="urn:microsoft.com/office/officeart/2018/2/layout/IconVerticalSolidList"/>
    <dgm:cxn modelId="{A9BB3FB0-6A41-4691-A4FC-DD91CD913082}" srcId="{1E202C10-7971-4498-BB73-AECA01DD4266}" destId="{60BD5341-A337-4FC6-B354-D38FE3E55EB5}" srcOrd="3" destOrd="0" parTransId="{8980CF0C-2BF1-46F0-85C7-323622E54A45}" sibTransId="{5B616E21-AB04-491A-BF5F-EC3E9620876B}"/>
    <dgm:cxn modelId="{445391C8-52BB-4FF7-B06F-7B57F629D439}" srcId="{1E202C10-7971-4498-BB73-AECA01DD4266}" destId="{261B891F-881B-4ECA-8B3A-6816350CBD6A}" srcOrd="2" destOrd="0" parTransId="{10D0EB50-0299-414C-982F-EC8501194DC1}" sibTransId="{88674DF6-CC46-42D2-BC58-98AF40540135}"/>
    <dgm:cxn modelId="{031B39D4-6547-4924-97AA-65188D1EC306}" srcId="{1E202C10-7971-4498-BB73-AECA01DD4266}" destId="{BD3F945C-396E-4750-B8CA-B93651801B86}" srcOrd="1" destOrd="0" parTransId="{83788915-5214-4B65-90F2-7419BFB50325}" sibTransId="{D1EDD08B-D626-4688-829B-10FBD5A13EF6}"/>
    <dgm:cxn modelId="{7EC65EE5-565C-4333-BE78-2BFD4D97E6B2}" srcId="{1E202C10-7971-4498-BB73-AECA01DD4266}" destId="{A6271A30-ABB6-41C4-92EA-E0590641417D}" srcOrd="0" destOrd="0" parTransId="{5CE6C743-CEA7-4A3E-B93F-2727798FDF2C}" sibTransId="{1C11A283-58C4-437F-92B3-0A78998CEF86}"/>
    <dgm:cxn modelId="{558B58FF-42C9-448C-9D17-1CD6988984E4}" type="presParOf" srcId="{D60BCA7C-9C0C-4C7E-927C-2C114A48F655}" destId="{DA522CAC-CE3B-40A8-9CA8-A718796AA1B7}" srcOrd="0" destOrd="0" presId="urn:microsoft.com/office/officeart/2018/2/layout/IconVerticalSolidList"/>
    <dgm:cxn modelId="{BAACCD24-F6C4-4D07-8124-501C5165642B}" type="presParOf" srcId="{DA522CAC-CE3B-40A8-9CA8-A718796AA1B7}" destId="{F1172838-F5BD-4B16-B2C6-B5AB33D74F88}" srcOrd="0" destOrd="0" presId="urn:microsoft.com/office/officeart/2018/2/layout/IconVerticalSolidList"/>
    <dgm:cxn modelId="{5BCF4BC4-D585-4F03-9904-F2186BCA27DC}" type="presParOf" srcId="{DA522CAC-CE3B-40A8-9CA8-A718796AA1B7}" destId="{299694F9-0E2C-469F-BA03-DA576FDA643C}" srcOrd="1" destOrd="0" presId="urn:microsoft.com/office/officeart/2018/2/layout/IconVerticalSolidList"/>
    <dgm:cxn modelId="{7DE32383-1C70-4A04-AC87-EAB27F228A79}" type="presParOf" srcId="{DA522CAC-CE3B-40A8-9CA8-A718796AA1B7}" destId="{9320B245-D35E-4DAD-9095-FD9B65F4056E}" srcOrd="2" destOrd="0" presId="urn:microsoft.com/office/officeart/2018/2/layout/IconVerticalSolidList"/>
    <dgm:cxn modelId="{68CB60C9-BA81-448B-8B81-C0301B59C276}" type="presParOf" srcId="{DA522CAC-CE3B-40A8-9CA8-A718796AA1B7}" destId="{B0BBD9F0-0EC4-42F4-98DF-BCC64EE3E7D8}" srcOrd="3" destOrd="0" presId="urn:microsoft.com/office/officeart/2018/2/layout/IconVerticalSolidList"/>
    <dgm:cxn modelId="{9C0EB6C1-7CFD-4EE9-9FA7-0A76626D142B}" type="presParOf" srcId="{D60BCA7C-9C0C-4C7E-927C-2C114A48F655}" destId="{5437DE6D-ABE1-4E02-881D-0F7D895B24E1}" srcOrd="1" destOrd="0" presId="urn:microsoft.com/office/officeart/2018/2/layout/IconVerticalSolidList"/>
    <dgm:cxn modelId="{6FF35E50-692C-4566-822B-FD9794484D13}" type="presParOf" srcId="{D60BCA7C-9C0C-4C7E-927C-2C114A48F655}" destId="{2594FFEA-2172-4AA5-A8C9-8AEB208A1983}" srcOrd="2" destOrd="0" presId="urn:microsoft.com/office/officeart/2018/2/layout/IconVerticalSolidList"/>
    <dgm:cxn modelId="{6619794D-8FBD-44C5-8F89-24F77DC33099}" type="presParOf" srcId="{2594FFEA-2172-4AA5-A8C9-8AEB208A1983}" destId="{43F8D044-9113-4235-9AFD-696522BF4998}" srcOrd="0" destOrd="0" presId="urn:microsoft.com/office/officeart/2018/2/layout/IconVerticalSolidList"/>
    <dgm:cxn modelId="{37F66FC6-96B4-44C4-9F95-B4C3B7D79640}" type="presParOf" srcId="{2594FFEA-2172-4AA5-A8C9-8AEB208A1983}" destId="{D5F33DC2-D6E4-48F6-AC00-C91679EDBBF3}" srcOrd="1" destOrd="0" presId="urn:microsoft.com/office/officeart/2018/2/layout/IconVerticalSolidList"/>
    <dgm:cxn modelId="{02A6A9E3-2E38-4EB3-8B30-6B37D3A5D3AA}" type="presParOf" srcId="{2594FFEA-2172-4AA5-A8C9-8AEB208A1983}" destId="{9197317F-7661-46DC-908F-96EDE6C98E5A}" srcOrd="2" destOrd="0" presId="urn:microsoft.com/office/officeart/2018/2/layout/IconVerticalSolidList"/>
    <dgm:cxn modelId="{83A58A06-DAE5-479B-890E-1A01500ED159}" type="presParOf" srcId="{2594FFEA-2172-4AA5-A8C9-8AEB208A1983}" destId="{07073544-657A-4E3C-81A0-985481417AB3}" srcOrd="3" destOrd="0" presId="urn:microsoft.com/office/officeart/2018/2/layout/IconVerticalSolidList"/>
    <dgm:cxn modelId="{6E2AF9CB-08D1-43B2-BA8D-8E6C1DCDA8E3}" type="presParOf" srcId="{D60BCA7C-9C0C-4C7E-927C-2C114A48F655}" destId="{CD258627-5237-4EFB-9523-0AFE985D6161}" srcOrd="3" destOrd="0" presId="urn:microsoft.com/office/officeart/2018/2/layout/IconVerticalSolidList"/>
    <dgm:cxn modelId="{69C7E20F-C0A6-478E-9A92-A779D75ADECC}" type="presParOf" srcId="{D60BCA7C-9C0C-4C7E-927C-2C114A48F655}" destId="{4EBEFCC5-BBE4-4C4F-86CB-4C0D1F5CDF20}" srcOrd="4" destOrd="0" presId="urn:microsoft.com/office/officeart/2018/2/layout/IconVerticalSolidList"/>
    <dgm:cxn modelId="{D75288BF-A105-4B51-BA77-B9595D478A81}" type="presParOf" srcId="{4EBEFCC5-BBE4-4C4F-86CB-4C0D1F5CDF20}" destId="{51D7C41E-C6D1-4580-BA82-219F11B6AB52}" srcOrd="0" destOrd="0" presId="urn:microsoft.com/office/officeart/2018/2/layout/IconVerticalSolidList"/>
    <dgm:cxn modelId="{3AAF8D37-D30A-4811-AE72-C2C132BA30A1}" type="presParOf" srcId="{4EBEFCC5-BBE4-4C4F-86CB-4C0D1F5CDF20}" destId="{AF80AB84-8884-48B6-99E2-0C93F7672FA0}" srcOrd="1" destOrd="0" presId="urn:microsoft.com/office/officeart/2018/2/layout/IconVerticalSolidList"/>
    <dgm:cxn modelId="{8B8236DA-4540-4287-B86D-D8C798B50B68}" type="presParOf" srcId="{4EBEFCC5-BBE4-4C4F-86CB-4C0D1F5CDF20}" destId="{8248A558-02BB-47D0-A045-653B083B0B16}" srcOrd="2" destOrd="0" presId="urn:microsoft.com/office/officeart/2018/2/layout/IconVerticalSolidList"/>
    <dgm:cxn modelId="{6F52531B-003D-49FD-A836-82D9083124FC}" type="presParOf" srcId="{4EBEFCC5-BBE4-4C4F-86CB-4C0D1F5CDF20}" destId="{674A5394-80C3-4C87-A742-D6CC02F1C1B7}" srcOrd="3" destOrd="0" presId="urn:microsoft.com/office/officeart/2018/2/layout/IconVerticalSolidList"/>
    <dgm:cxn modelId="{74A8881C-84E3-4DD9-89C7-DDF524E1F317}" type="presParOf" srcId="{D60BCA7C-9C0C-4C7E-927C-2C114A48F655}" destId="{3ECA7008-B913-47B2-A068-3EFBCA594DCC}" srcOrd="5" destOrd="0" presId="urn:microsoft.com/office/officeart/2018/2/layout/IconVerticalSolidList"/>
    <dgm:cxn modelId="{667C1C3C-B7E1-4A25-93A2-D2B50620466D}" type="presParOf" srcId="{D60BCA7C-9C0C-4C7E-927C-2C114A48F655}" destId="{2185D129-0BDE-43C5-B0DC-6A5B867DF199}" srcOrd="6" destOrd="0" presId="urn:microsoft.com/office/officeart/2018/2/layout/IconVerticalSolidList"/>
    <dgm:cxn modelId="{BD0B7761-5284-4D40-BCCB-1F084C7A6C75}" type="presParOf" srcId="{2185D129-0BDE-43C5-B0DC-6A5B867DF199}" destId="{801D038D-5B70-4133-8E82-AB4C3DD7D0EC}" srcOrd="0" destOrd="0" presId="urn:microsoft.com/office/officeart/2018/2/layout/IconVerticalSolidList"/>
    <dgm:cxn modelId="{F8956F8D-BEC9-4393-9290-06D46DD99289}" type="presParOf" srcId="{2185D129-0BDE-43C5-B0DC-6A5B867DF199}" destId="{01A8F858-B6AB-4EDD-9649-EA07DFEBA122}" srcOrd="1" destOrd="0" presId="urn:microsoft.com/office/officeart/2018/2/layout/IconVerticalSolidList"/>
    <dgm:cxn modelId="{83AC6970-D601-4940-B275-266EB6D69E15}" type="presParOf" srcId="{2185D129-0BDE-43C5-B0DC-6A5B867DF199}" destId="{D2105302-D1D4-4D49-9D85-EB1F9F95F047}" srcOrd="2" destOrd="0" presId="urn:microsoft.com/office/officeart/2018/2/layout/IconVerticalSolidList"/>
    <dgm:cxn modelId="{D7483CFE-B17C-40C7-9ABA-C27DE800D4B3}" type="presParOf" srcId="{2185D129-0BDE-43C5-B0DC-6A5B867DF199}" destId="{B5B400CA-D7A2-4D60-9BDF-AC73FCD023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7A247D-04E0-457E-AC30-15F6785798BB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B83058-114F-4369-8352-D4BB38AAD79B}">
      <dgm:prSet phldrT="[Text]" phldr="0"/>
      <dgm:spPr/>
      <dgm:t>
        <a:bodyPr/>
        <a:lstStyle/>
        <a:p>
          <a:r>
            <a:rPr lang="en-US" dirty="0"/>
            <a:t>Total Companies </a:t>
          </a:r>
          <a:r>
            <a:rPr lang="en-US" dirty="0" err="1"/>
            <a:t>Analysed</a:t>
          </a:r>
          <a:r>
            <a:rPr lang="en-US" dirty="0"/>
            <a:t> - 60</a:t>
          </a:r>
        </a:p>
      </dgm:t>
    </dgm:pt>
    <dgm:pt modelId="{A75DF4B1-4121-442F-91A3-0CA22E935E55}" type="parTrans" cxnId="{845CAFF1-B830-4916-939C-BD092B2C7643}">
      <dgm:prSet/>
      <dgm:spPr/>
      <dgm:t>
        <a:bodyPr/>
        <a:lstStyle/>
        <a:p>
          <a:endParaRPr lang="en-US"/>
        </a:p>
      </dgm:t>
    </dgm:pt>
    <dgm:pt modelId="{8A4D40B7-85CD-4FF1-A2AE-301404AEEBDB}" type="sibTrans" cxnId="{845CAFF1-B830-4916-939C-BD092B2C7643}">
      <dgm:prSet/>
      <dgm:spPr/>
      <dgm:t>
        <a:bodyPr/>
        <a:lstStyle/>
        <a:p>
          <a:endParaRPr lang="en-US"/>
        </a:p>
      </dgm:t>
    </dgm:pt>
    <dgm:pt modelId="{0B73E373-7715-44A8-87BC-3C00F2C835CA}">
      <dgm:prSet phldrT="[Text]" phldr="0"/>
      <dgm:spPr/>
      <dgm:t>
        <a:bodyPr/>
        <a:lstStyle/>
        <a:p>
          <a:r>
            <a:rPr lang="en-US" dirty="0"/>
            <a:t>After Basic Financial Filters - 38</a:t>
          </a:r>
        </a:p>
      </dgm:t>
    </dgm:pt>
    <dgm:pt modelId="{3FC06F49-2259-4833-988D-88A3EECBDDA8}" type="parTrans" cxnId="{B4B81ACF-26E0-43DF-A4B4-6B89D05D8338}">
      <dgm:prSet/>
      <dgm:spPr/>
      <dgm:t>
        <a:bodyPr/>
        <a:lstStyle/>
        <a:p>
          <a:endParaRPr lang="en-US"/>
        </a:p>
      </dgm:t>
    </dgm:pt>
    <dgm:pt modelId="{42EC7BAD-17E6-4E9A-8248-B1A80D2EB6AF}" type="sibTrans" cxnId="{B4B81ACF-26E0-43DF-A4B4-6B89D05D8338}">
      <dgm:prSet/>
      <dgm:spPr/>
      <dgm:t>
        <a:bodyPr/>
        <a:lstStyle/>
        <a:p>
          <a:endParaRPr lang="en-US"/>
        </a:p>
      </dgm:t>
    </dgm:pt>
    <dgm:pt modelId="{93AC8E73-8095-476C-84F1-AF452264EC2B}">
      <dgm:prSet phldrT="[Text]" phldr="0"/>
      <dgm:spPr/>
      <dgm:t>
        <a:bodyPr/>
        <a:lstStyle/>
        <a:p>
          <a:r>
            <a:rPr lang="en-US" dirty="0"/>
            <a:t>After Profitability &amp; Leverage Filters - 18</a:t>
          </a:r>
        </a:p>
      </dgm:t>
    </dgm:pt>
    <dgm:pt modelId="{B5D6C6D8-59F3-4AF3-9FB6-C0B3AA5862B5}" type="parTrans" cxnId="{C6525A75-C68F-4A70-8F29-087333D63ADB}">
      <dgm:prSet/>
      <dgm:spPr/>
      <dgm:t>
        <a:bodyPr/>
        <a:lstStyle/>
        <a:p>
          <a:endParaRPr lang="en-US"/>
        </a:p>
      </dgm:t>
    </dgm:pt>
    <dgm:pt modelId="{32D3A1F7-19C0-4B6C-96F1-CCDFD36D8079}" type="sibTrans" cxnId="{C6525A75-C68F-4A70-8F29-087333D63ADB}">
      <dgm:prSet/>
      <dgm:spPr/>
      <dgm:t>
        <a:bodyPr/>
        <a:lstStyle/>
        <a:p>
          <a:endParaRPr lang="en-US"/>
        </a:p>
      </dgm:t>
    </dgm:pt>
    <dgm:pt modelId="{932EF60A-673B-4CBC-B6DE-F0C639981D7F}">
      <dgm:prSet phldrT="[Text]" phldr="0"/>
      <dgm:spPr/>
      <dgm:t>
        <a:bodyPr/>
        <a:lstStyle/>
        <a:p>
          <a:r>
            <a:rPr lang="en-US" dirty="0"/>
            <a:t>Final Shortlist -9</a:t>
          </a:r>
        </a:p>
      </dgm:t>
    </dgm:pt>
    <dgm:pt modelId="{954EB684-C31E-4B8F-AA09-BCC7197036FD}" type="parTrans" cxnId="{3D83263D-CCF4-42FD-86D6-ECC200C63AAE}">
      <dgm:prSet/>
      <dgm:spPr/>
      <dgm:t>
        <a:bodyPr/>
        <a:lstStyle/>
        <a:p>
          <a:endParaRPr lang="en-US"/>
        </a:p>
      </dgm:t>
    </dgm:pt>
    <dgm:pt modelId="{F8CC0AE1-40C4-4E56-9138-6E92755C2F92}" type="sibTrans" cxnId="{3D83263D-CCF4-42FD-86D6-ECC200C63AAE}">
      <dgm:prSet/>
      <dgm:spPr/>
      <dgm:t>
        <a:bodyPr/>
        <a:lstStyle/>
        <a:p>
          <a:endParaRPr lang="en-US"/>
        </a:p>
      </dgm:t>
    </dgm:pt>
    <dgm:pt modelId="{C7E51FCC-FCED-41CC-951E-17CDB7EF97C6}">
      <dgm:prSet phldrT="[Text]" phldr="1" custLinFactNeighborX="-12490" custLinFactNeighborY="-8814"/>
      <dgm:spPr/>
      <dgm:t>
        <a:bodyPr/>
        <a:lstStyle/>
        <a:p>
          <a:endParaRPr lang="en-US"/>
        </a:p>
      </dgm:t>
    </dgm:pt>
    <dgm:pt modelId="{17DA1A44-C486-43A7-8EB6-711F429DB78A}" type="parTrans" cxnId="{AA2C5240-B7B4-482B-8C9B-2B154449B0E1}">
      <dgm:prSet/>
      <dgm:spPr/>
      <dgm:t>
        <a:bodyPr/>
        <a:lstStyle/>
        <a:p>
          <a:endParaRPr lang="en-US"/>
        </a:p>
      </dgm:t>
    </dgm:pt>
    <dgm:pt modelId="{04909DC4-0424-4DBB-A9F4-639BDE932384}" type="sibTrans" cxnId="{AA2C5240-B7B4-482B-8C9B-2B154449B0E1}">
      <dgm:prSet/>
      <dgm:spPr/>
      <dgm:t>
        <a:bodyPr/>
        <a:lstStyle/>
        <a:p>
          <a:endParaRPr lang="en-US"/>
        </a:p>
      </dgm:t>
    </dgm:pt>
    <dgm:pt modelId="{6B413AC9-5FE1-4F3B-BB39-857DE93CA5A5}" type="pres">
      <dgm:prSet presAssocID="{E27A247D-04E0-457E-AC30-15F6785798BB}" presName="Name0" presStyleCnt="0">
        <dgm:presLayoutVars>
          <dgm:chMax val="4"/>
          <dgm:resizeHandles val="exact"/>
        </dgm:presLayoutVars>
      </dgm:prSet>
      <dgm:spPr/>
    </dgm:pt>
    <dgm:pt modelId="{577772B9-74ED-4234-B1D2-2DC7D4413E7E}" type="pres">
      <dgm:prSet presAssocID="{E27A247D-04E0-457E-AC30-15F6785798BB}" presName="ellipse" presStyleLbl="trBgShp" presStyleIdx="0" presStyleCnt="1"/>
      <dgm:spPr/>
    </dgm:pt>
    <dgm:pt modelId="{F179ECA2-88CF-41B5-B01C-D987876E641C}" type="pres">
      <dgm:prSet presAssocID="{E27A247D-04E0-457E-AC30-15F6785798BB}" presName="arrow1" presStyleLbl="fgShp" presStyleIdx="0" presStyleCnt="1"/>
      <dgm:spPr/>
    </dgm:pt>
    <dgm:pt modelId="{6D51C754-71FD-4B0D-84A8-9973BE51D6F2}" type="pres">
      <dgm:prSet presAssocID="{E27A247D-04E0-457E-AC30-15F6785798BB}" presName="rectangle" presStyleLbl="revTx" presStyleIdx="0" presStyleCnt="1" custLinFactNeighborY="69361">
        <dgm:presLayoutVars>
          <dgm:bulletEnabled val="1"/>
        </dgm:presLayoutVars>
      </dgm:prSet>
      <dgm:spPr/>
    </dgm:pt>
    <dgm:pt modelId="{F12105CA-E355-4214-BB5F-4B66625EF94C}" type="pres">
      <dgm:prSet presAssocID="{0B73E373-7715-44A8-87BC-3C00F2C835CA}" presName="item1" presStyleLbl="node1" presStyleIdx="0" presStyleCnt="3" custLinFactNeighborX="1287" custLinFactNeighborY="2376">
        <dgm:presLayoutVars>
          <dgm:bulletEnabled val="1"/>
        </dgm:presLayoutVars>
      </dgm:prSet>
      <dgm:spPr/>
    </dgm:pt>
    <dgm:pt modelId="{9E34C9AC-CFBD-41DA-9110-695859B4224F}" type="pres">
      <dgm:prSet presAssocID="{93AC8E73-8095-476C-84F1-AF452264EC2B}" presName="item2" presStyleLbl="node1" presStyleIdx="1" presStyleCnt="3" custLinFactNeighborX="-15033" custLinFactNeighborY="-5619">
        <dgm:presLayoutVars>
          <dgm:bulletEnabled val="1"/>
        </dgm:presLayoutVars>
      </dgm:prSet>
      <dgm:spPr/>
    </dgm:pt>
    <dgm:pt modelId="{3A6A0CEE-54EA-482A-AD03-557A1B17C700}" type="pres">
      <dgm:prSet presAssocID="{932EF60A-673B-4CBC-B6DE-F0C639981D7F}" presName="item3" presStyleLbl="node1" presStyleIdx="2" presStyleCnt="3" custLinFactNeighborX="-1717" custLinFactNeighborY="-17337">
        <dgm:presLayoutVars>
          <dgm:bulletEnabled val="1"/>
        </dgm:presLayoutVars>
      </dgm:prSet>
      <dgm:spPr/>
    </dgm:pt>
    <dgm:pt modelId="{B3791752-E9E9-48E7-9C11-FC04FAA2BBF7}" type="pres">
      <dgm:prSet presAssocID="{E27A247D-04E0-457E-AC30-15F6785798BB}" presName="funnel" presStyleLbl="trAlignAcc1" presStyleIdx="0" presStyleCnt="1" custScaleX="142857" custScaleY="143442" custLinFactNeighborX="0" custLinFactNeighborY="16276"/>
      <dgm:spPr/>
    </dgm:pt>
  </dgm:ptLst>
  <dgm:cxnLst>
    <dgm:cxn modelId="{86E1A212-4F45-42FF-96AE-F3E218C56DF0}" type="presOf" srcId="{29B83058-114F-4369-8352-D4BB38AAD79B}" destId="{3A6A0CEE-54EA-482A-AD03-557A1B17C700}" srcOrd="0" destOrd="0" presId="urn:microsoft.com/office/officeart/2005/8/layout/funnel1"/>
    <dgm:cxn modelId="{37592F24-7A74-4C0A-B869-E0616E16EC57}" type="presOf" srcId="{93AC8E73-8095-476C-84F1-AF452264EC2B}" destId="{F12105CA-E355-4214-BB5F-4B66625EF94C}" srcOrd="0" destOrd="0" presId="urn:microsoft.com/office/officeart/2005/8/layout/funnel1"/>
    <dgm:cxn modelId="{E4E48E2D-0E91-438E-97FB-72673DED4961}" type="presOf" srcId="{E27A247D-04E0-457E-AC30-15F6785798BB}" destId="{6B413AC9-5FE1-4F3B-BB39-857DE93CA5A5}" srcOrd="0" destOrd="0" presId="urn:microsoft.com/office/officeart/2005/8/layout/funnel1"/>
    <dgm:cxn modelId="{3D83263D-CCF4-42FD-86D6-ECC200C63AAE}" srcId="{E27A247D-04E0-457E-AC30-15F6785798BB}" destId="{932EF60A-673B-4CBC-B6DE-F0C639981D7F}" srcOrd="3" destOrd="0" parTransId="{954EB684-C31E-4B8F-AA09-BCC7197036FD}" sibTransId="{F8CC0AE1-40C4-4E56-9138-6E92755C2F92}"/>
    <dgm:cxn modelId="{AA2C5240-B7B4-482B-8C9B-2B154449B0E1}" srcId="{E27A247D-04E0-457E-AC30-15F6785798BB}" destId="{C7E51FCC-FCED-41CC-951E-17CDB7EF97C6}" srcOrd="4" destOrd="0" parTransId="{17DA1A44-C486-43A7-8EB6-711F429DB78A}" sibTransId="{04909DC4-0424-4DBB-A9F4-639BDE932384}"/>
    <dgm:cxn modelId="{C6525A75-C68F-4A70-8F29-087333D63ADB}" srcId="{E27A247D-04E0-457E-AC30-15F6785798BB}" destId="{93AC8E73-8095-476C-84F1-AF452264EC2B}" srcOrd="2" destOrd="0" parTransId="{B5D6C6D8-59F3-4AF3-9FB6-C0B3AA5862B5}" sibTransId="{32D3A1F7-19C0-4B6C-96F1-CCDFD36D8079}"/>
    <dgm:cxn modelId="{B4B81ACF-26E0-43DF-A4B4-6B89D05D8338}" srcId="{E27A247D-04E0-457E-AC30-15F6785798BB}" destId="{0B73E373-7715-44A8-87BC-3C00F2C835CA}" srcOrd="1" destOrd="0" parTransId="{3FC06F49-2259-4833-988D-88A3EECBDDA8}" sibTransId="{42EC7BAD-17E6-4E9A-8248-B1A80D2EB6AF}"/>
    <dgm:cxn modelId="{498304D1-D1A3-4903-A45D-1D19E6150CE0}" type="presOf" srcId="{0B73E373-7715-44A8-87BC-3C00F2C835CA}" destId="{9E34C9AC-CFBD-41DA-9110-695859B4224F}" srcOrd="0" destOrd="0" presId="urn:microsoft.com/office/officeart/2005/8/layout/funnel1"/>
    <dgm:cxn modelId="{D595BEDA-E85C-4797-A1AF-F7D055BE26EB}" type="presOf" srcId="{932EF60A-673B-4CBC-B6DE-F0C639981D7F}" destId="{6D51C754-71FD-4B0D-84A8-9973BE51D6F2}" srcOrd="0" destOrd="0" presId="urn:microsoft.com/office/officeart/2005/8/layout/funnel1"/>
    <dgm:cxn modelId="{845CAFF1-B830-4916-939C-BD092B2C7643}" srcId="{E27A247D-04E0-457E-AC30-15F6785798BB}" destId="{29B83058-114F-4369-8352-D4BB38AAD79B}" srcOrd="0" destOrd="0" parTransId="{A75DF4B1-4121-442F-91A3-0CA22E935E55}" sibTransId="{8A4D40B7-85CD-4FF1-A2AE-301404AEEBDB}"/>
    <dgm:cxn modelId="{ECB07E53-5C3F-440F-8A88-D611B1EAA3C5}" type="presParOf" srcId="{6B413AC9-5FE1-4F3B-BB39-857DE93CA5A5}" destId="{577772B9-74ED-4234-B1D2-2DC7D4413E7E}" srcOrd="0" destOrd="0" presId="urn:microsoft.com/office/officeart/2005/8/layout/funnel1"/>
    <dgm:cxn modelId="{018A0347-F2C5-42DB-8539-B05737D62A02}" type="presParOf" srcId="{6B413AC9-5FE1-4F3B-BB39-857DE93CA5A5}" destId="{F179ECA2-88CF-41B5-B01C-D987876E641C}" srcOrd="1" destOrd="0" presId="urn:microsoft.com/office/officeart/2005/8/layout/funnel1"/>
    <dgm:cxn modelId="{D23BEA70-5A26-4BDE-8243-018C454318AE}" type="presParOf" srcId="{6B413AC9-5FE1-4F3B-BB39-857DE93CA5A5}" destId="{6D51C754-71FD-4B0D-84A8-9973BE51D6F2}" srcOrd="2" destOrd="0" presId="urn:microsoft.com/office/officeart/2005/8/layout/funnel1"/>
    <dgm:cxn modelId="{9AE66854-F8F0-4218-942E-D22B621E06CF}" type="presParOf" srcId="{6B413AC9-5FE1-4F3B-BB39-857DE93CA5A5}" destId="{F12105CA-E355-4214-BB5F-4B66625EF94C}" srcOrd="3" destOrd="0" presId="urn:microsoft.com/office/officeart/2005/8/layout/funnel1"/>
    <dgm:cxn modelId="{A038EDDC-FC83-4EAF-89F2-FB38655EB1A2}" type="presParOf" srcId="{6B413AC9-5FE1-4F3B-BB39-857DE93CA5A5}" destId="{9E34C9AC-CFBD-41DA-9110-695859B4224F}" srcOrd="4" destOrd="0" presId="urn:microsoft.com/office/officeart/2005/8/layout/funnel1"/>
    <dgm:cxn modelId="{927BD848-679E-4DE9-8D7F-CB736647A618}" type="presParOf" srcId="{6B413AC9-5FE1-4F3B-BB39-857DE93CA5A5}" destId="{3A6A0CEE-54EA-482A-AD03-557A1B17C700}" srcOrd="5" destOrd="0" presId="urn:microsoft.com/office/officeart/2005/8/layout/funnel1"/>
    <dgm:cxn modelId="{5DDB3152-A15D-4ACF-84FC-D27413EEC66E}" type="presParOf" srcId="{6B413AC9-5FE1-4F3B-BB39-857DE93CA5A5}" destId="{B3791752-E9E9-48E7-9C11-FC04FAA2BBF7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9BB050F-D0BB-4B63-9996-C0DD97D2F2C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14D688-17B6-4ABC-B298-AFF6BE12C2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Profitability evaluated using return ratios and operating efficiency metrics.</a:t>
          </a:r>
        </a:p>
      </dgm:t>
    </dgm:pt>
    <dgm:pt modelId="{84E898A9-8012-452A-80A4-39E4376544DA}" type="parTrans" cxnId="{FBEA6884-191B-4CB4-9C2A-5A12C03EA84C}">
      <dgm:prSet/>
      <dgm:spPr/>
      <dgm:t>
        <a:bodyPr/>
        <a:lstStyle/>
        <a:p>
          <a:endParaRPr lang="en-US"/>
        </a:p>
      </dgm:t>
    </dgm:pt>
    <dgm:pt modelId="{CE398A21-C69B-4076-AE95-F88C62FC6BB6}" type="sibTrans" cxnId="{FBEA6884-191B-4CB4-9C2A-5A12C03EA84C}">
      <dgm:prSet/>
      <dgm:spPr/>
      <dgm:t>
        <a:bodyPr/>
        <a:lstStyle/>
        <a:p>
          <a:endParaRPr lang="en-US"/>
        </a:p>
      </dgm:t>
    </dgm:pt>
    <dgm:pt modelId="{8A7E2D95-777B-4E52-A375-0E91D06F81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ROE and ROCE used to assess capital efficiency and return generation capability.</a:t>
          </a:r>
        </a:p>
      </dgm:t>
    </dgm:pt>
    <dgm:pt modelId="{CA1F4D6B-3D2D-443B-89B1-5D531FB42721}" type="parTrans" cxnId="{06543D20-4078-4375-B293-8E9CB2D13374}">
      <dgm:prSet/>
      <dgm:spPr/>
      <dgm:t>
        <a:bodyPr/>
        <a:lstStyle/>
        <a:p>
          <a:endParaRPr lang="en-US"/>
        </a:p>
      </dgm:t>
    </dgm:pt>
    <dgm:pt modelId="{BA47F9CE-4A39-47BF-B95F-CDC3EDA11F5C}" type="sibTrans" cxnId="{06543D20-4078-4375-B293-8E9CB2D13374}">
      <dgm:prSet/>
      <dgm:spPr/>
      <dgm:t>
        <a:bodyPr/>
        <a:lstStyle/>
        <a:p>
          <a:endParaRPr lang="en-US"/>
        </a:p>
      </dgm:t>
    </dgm:pt>
    <dgm:pt modelId="{35A1020B-2259-43E6-AA94-9BD7E42946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Operating and net profit margins analysed to evaluate cost control and earnings sustainability.</a:t>
          </a:r>
        </a:p>
      </dgm:t>
    </dgm:pt>
    <dgm:pt modelId="{07049B70-A9EC-4739-9CA3-57267B3CA499}" type="parTrans" cxnId="{CDA71198-A915-4645-9FBC-C476BD139EC6}">
      <dgm:prSet/>
      <dgm:spPr/>
      <dgm:t>
        <a:bodyPr/>
        <a:lstStyle/>
        <a:p>
          <a:endParaRPr lang="en-US"/>
        </a:p>
      </dgm:t>
    </dgm:pt>
    <dgm:pt modelId="{046D993C-D106-4624-8EBC-41C9FF50D24E}" type="sibTrans" cxnId="{CDA71198-A915-4645-9FBC-C476BD139EC6}">
      <dgm:prSet/>
      <dgm:spPr/>
      <dgm:t>
        <a:bodyPr/>
        <a:lstStyle/>
        <a:p>
          <a:endParaRPr lang="en-US"/>
        </a:p>
      </dgm:t>
    </dgm:pt>
    <dgm:pt modelId="{A1C5F9DD-5ECD-4A7B-866B-A9BA200D53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Preference given to companies with consistent and superior profitability relative to peers.</a:t>
          </a:r>
        </a:p>
      </dgm:t>
    </dgm:pt>
    <dgm:pt modelId="{433607EA-8D71-46C2-A853-E37056FC346B}" type="parTrans" cxnId="{615E33E5-22B6-4032-B1DF-B25FD198EB6F}">
      <dgm:prSet/>
      <dgm:spPr/>
      <dgm:t>
        <a:bodyPr/>
        <a:lstStyle/>
        <a:p>
          <a:endParaRPr lang="en-US"/>
        </a:p>
      </dgm:t>
    </dgm:pt>
    <dgm:pt modelId="{BE5EF8B9-E134-4518-8D91-ADB5823C90E8}" type="sibTrans" cxnId="{615E33E5-22B6-4032-B1DF-B25FD198EB6F}">
      <dgm:prSet/>
      <dgm:spPr/>
      <dgm:t>
        <a:bodyPr/>
        <a:lstStyle/>
        <a:p>
          <a:endParaRPr lang="en-US"/>
        </a:p>
      </dgm:t>
    </dgm:pt>
    <dgm:pt modelId="{80767CA1-4CF0-4F34-A79C-03B9E8EA7CFC}" type="pres">
      <dgm:prSet presAssocID="{99BB050F-D0BB-4B63-9996-C0DD97D2F2C0}" presName="root" presStyleCnt="0">
        <dgm:presLayoutVars>
          <dgm:dir/>
          <dgm:resizeHandles val="exact"/>
        </dgm:presLayoutVars>
      </dgm:prSet>
      <dgm:spPr/>
    </dgm:pt>
    <dgm:pt modelId="{2B357FD0-A7AD-4942-9FCE-E10A3D19DD18}" type="pres">
      <dgm:prSet presAssocID="{5514D688-17B6-4ABC-B298-AFF6BE12C2F7}" presName="compNode" presStyleCnt="0"/>
      <dgm:spPr/>
    </dgm:pt>
    <dgm:pt modelId="{E48E8F91-FEDF-495F-AAD1-BAEB01729CFF}" type="pres">
      <dgm:prSet presAssocID="{5514D688-17B6-4ABC-B298-AFF6BE12C2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7C6297C-5F2D-450C-9096-6ACC67CA5E27}" type="pres">
      <dgm:prSet presAssocID="{5514D688-17B6-4ABC-B298-AFF6BE12C2F7}" presName="spaceRect" presStyleCnt="0"/>
      <dgm:spPr/>
    </dgm:pt>
    <dgm:pt modelId="{3DF44083-202D-498A-8B7E-8551E3877AD9}" type="pres">
      <dgm:prSet presAssocID="{5514D688-17B6-4ABC-B298-AFF6BE12C2F7}" presName="textRect" presStyleLbl="revTx" presStyleIdx="0" presStyleCnt="4">
        <dgm:presLayoutVars>
          <dgm:chMax val="1"/>
          <dgm:chPref val="1"/>
        </dgm:presLayoutVars>
      </dgm:prSet>
      <dgm:spPr/>
    </dgm:pt>
    <dgm:pt modelId="{485E0D8A-5FE4-41C7-B748-C08446B87C6F}" type="pres">
      <dgm:prSet presAssocID="{CE398A21-C69B-4076-AE95-F88C62FC6BB6}" presName="sibTrans" presStyleCnt="0"/>
      <dgm:spPr/>
    </dgm:pt>
    <dgm:pt modelId="{C0C10CDB-5D41-421B-84AA-627F12679D1D}" type="pres">
      <dgm:prSet presAssocID="{8A7E2D95-777B-4E52-A375-0E91D06F81F7}" presName="compNode" presStyleCnt="0"/>
      <dgm:spPr/>
    </dgm:pt>
    <dgm:pt modelId="{0A06C898-BFE4-4C08-9A78-8BC9466523B8}" type="pres">
      <dgm:prSet presAssocID="{8A7E2D95-777B-4E52-A375-0E91D06F81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4B306357-31D2-42B8-A0FE-FB949AE1AD99}" type="pres">
      <dgm:prSet presAssocID="{8A7E2D95-777B-4E52-A375-0E91D06F81F7}" presName="spaceRect" presStyleCnt="0"/>
      <dgm:spPr/>
    </dgm:pt>
    <dgm:pt modelId="{6604363C-C889-413C-A107-3791F803AAF9}" type="pres">
      <dgm:prSet presAssocID="{8A7E2D95-777B-4E52-A375-0E91D06F81F7}" presName="textRect" presStyleLbl="revTx" presStyleIdx="1" presStyleCnt="4">
        <dgm:presLayoutVars>
          <dgm:chMax val="1"/>
          <dgm:chPref val="1"/>
        </dgm:presLayoutVars>
      </dgm:prSet>
      <dgm:spPr/>
    </dgm:pt>
    <dgm:pt modelId="{5BD1CD75-9ABC-4710-81F7-F8442DC1C7F5}" type="pres">
      <dgm:prSet presAssocID="{BA47F9CE-4A39-47BF-B95F-CDC3EDA11F5C}" presName="sibTrans" presStyleCnt="0"/>
      <dgm:spPr/>
    </dgm:pt>
    <dgm:pt modelId="{3D593E7C-6289-4B74-BF9A-A79A271322F7}" type="pres">
      <dgm:prSet presAssocID="{35A1020B-2259-43E6-AA94-9BD7E4294689}" presName="compNode" presStyleCnt="0"/>
      <dgm:spPr/>
    </dgm:pt>
    <dgm:pt modelId="{7D24BC9F-50CD-459E-8F63-3530C2AE24DD}" type="pres">
      <dgm:prSet presAssocID="{35A1020B-2259-43E6-AA94-9BD7E42946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A763859-C9CA-49B1-9A11-9604FC6431DB}" type="pres">
      <dgm:prSet presAssocID="{35A1020B-2259-43E6-AA94-9BD7E4294689}" presName="spaceRect" presStyleCnt="0"/>
      <dgm:spPr/>
    </dgm:pt>
    <dgm:pt modelId="{50D0D52E-922E-4B90-8CA9-34307566B68C}" type="pres">
      <dgm:prSet presAssocID="{35A1020B-2259-43E6-AA94-9BD7E4294689}" presName="textRect" presStyleLbl="revTx" presStyleIdx="2" presStyleCnt="4">
        <dgm:presLayoutVars>
          <dgm:chMax val="1"/>
          <dgm:chPref val="1"/>
        </dgm:presLayoutVars>
      </dgm:prSet>
      <dgm:spPr/>
    </dgm:pt>
    <dgm:pt modelId="{60945A20-091E-4EAB-9685-29E061980B11}" type="pres">
      <dgm:prSet presAssocID="{046D993C-D106-4624-8EBC-41C9FF50D24E}" presName="sibTrans" presStyleCnt="0"/>
      <dgm:spPr/>
    </dgm:pt>
    <dgm:pt modelId="{EC0CC55F-15EE-4542-A996-E32D1B436010}" type="pres">
      <dgm:prSet presAssocID="{A1C5F9DD-5ECD-4A7B-866B-A9BA200D53A8}" presName="compNode" presStyleCnt="0"/>
      <dgm:spPr/>
    </dgm:pt>
    <dgm:pt modelId="{7C1C885A-9C78-4D66-A94D-753A750575C7}" type="pres">
      <dgm:prSet presAssocID="{A1C5F9DD-5ECD-4A7B-866B-A9BA200D53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8ED0C12A-2347-42C3-953E-2296104915A8}" type="pres">
      <dgm:prSet presAssocID="{A1C5F9DD-5ECD-4A7B-866B-A9BA200D53A8}" presName="spaceRect" presStyleCnt="0"/>
      <dgm:spPr/>
    </dgm:pt>
    <dgm:pt modelId="{D87078B0-E222-4CC2-BA75-4E2C6A382633}" type="pres">
      <dgm:prSet presAssocID="{A1C5F9DD-5ECD-4A7B-866B-A9BA200D53A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543D20-4078-4375-B293-8E9CB2D13374}" srcId="{99BB050F-D0BB-4B63-9996-C0DD97D2F2C0}" destId="{8A7E2D95-777B-4E52-A375-0E91D06F81F7}" srcOrd="1" destOrd="0" parTransId="{CA1F4D6B-3D2D-443B-89B1-5D531FB42721}" sibTransId="{BA47F9CE-4A39-47BF-B95F-CDC3EDA11F5C}"/>
    <dgm:cxn modelId="{06607A2D-FA08-419B-931A-BAA04670417D}" type="presOf" srcId="{99BB050F-D0BB-4B63-9996-C0DD97D2F2C0}" destId="{80767CA1-4CF0-4F34-A79C-03B9E8EA7CFC}" srcOrd="0" destOrd="0" presId="urn:microsoft.com/office/officeart/2018/2/layout/IconLabelList"/>
    <dgm:cxn modelId="{ED8B693F-B928-4185-808A-B671BC80CEE4}" type="presOf" srcId="{A1C5F9DD-5ECD-4A7B-866B-A9BA200D53A8}" destId="{D87078B0-E222-4CC2-BA75-4E2C6A382633}" srcOrd="0" destOrd="0" presId="urn:microsoft.com/office/officeart/2018/2/layout/IconLabelList"/>
    <dgm:cxn modelId="{DC955A71-2FA6-4A27-95DF-A4C5A0D1BC16}" type="presOf" srcId="{5514D688-17B6-4ABC-B298-AFF6BE12C2F7}" destId="{3DF44083-202D-498A-8B7E-8551E3877AD9}" srcOrd="0" destOrd="0" presId="urn:microsoft.com/office/officeart/2018/2/layout/IconLabelList"/>
    <dgm:cxn modelId="{45DCE551-3FCC-4E46-9C65-61083FB630E5}" type="presOf" srcId="{8A7E2D95-777B-4E52-A375-0E91D06F81F7}" destId="{6604363C-C889-413C-A107-3791F803AAF9}" srcOrd="0" destOrd="0" presId="urn:microsoft.com/office/officeart/2018/2/layout/IconLabelList"/>
    <dgm:cxn modelId="{0175E857-46F9-4E0E-B37C-E6E190724140}" type="presOf" srcId="{35A1020B-2259-43E6-AA94-9BD7E4294689}" destId="{50D0D52E-922E-4B90-8CA9-34307566B68C}" srcOrd="0" destOrd="0" presId="urn:microsoft.com/office/officeart/2018/2/layout/IconLabelList"/>
    <dgm:cxn modelId="{FBEA6884-191B-4CB4-9C2A-5A12C03EA84C}" srcId="{99BB050F-D0BB-4B63-9996-C0DD97D2F2C0}" destId="{5514D688-17B6-4ABC-B298-AFF6BE12C2F7}" srcOrd="0" destOrd="0" parTransId="{84E898A9-8012-452A-80A4-39E4376544DA}" sibTransId="{CE398A21-C69B-4076-AE95-F88C62FC6BB6}"/>
    <dgm:cxn modelId="{CDA71198-A915-4645-9FBC-C476BD139EC6}" srcId="{99BB050F-D0BB-4B63-9996-C0DD97D2F2C0}" destId="{35A1020B-2259-43E6-AA94-9BD7E4294689}" srcOrd="2" destOrd="0" parTransId="{07049B70-A9EC-4739-9CA3-57267B3CA499}" sibTransId="{046D993C-D106-4624-8EBC-41C9FF50D24E}"/>
    <dgm:cxn modelId="{615E33E5-22B6-4032-B1DF-B25FD198EB6F}" srcId="{99BB050F-D0BB-4B63-9996-C0DD97D2F2C0}" destId="{A1C5F9DD-5ECD-4A7B-866B-A9BA200D53A8}" srcOrd="3" destOrd="0" parTransId="{433607EA-8D71-46C2-A853-E37056FC346B}" sibTransId="{BE5EF8B9-E134-4518-8D91-ADB5823C90E8}"/>
    <dgm:cxn modelId="{932F958D-AA23-40D4-B7F6-706FE7867CA4}" type="presParOf" srcId="{80767CA1-4CF0-4F34-A79C-03B9E8EA7CFC}" destId="{2B357FD0-A7AD-4942-9FCE-E10A3D19DD18}" srcOrd="0" destOrd="0" presId="urn:microsoft.com/office/officeart/2018/2/layout/IconLabelList"/>
    <dgm:cxn modelId="{CF6C1654-1B4C-4F7D-AFC7-7E32F087924A}" type="presParOf" srcId="{2B357FD0-A7AD-4942-9FCE-E10A3D19DD18}" destId="{E48E8F91-FEDF-495F-AAD1-BAEB01729CFF}" srcOrd="0" destOrd="0" presId="urn:microsoft.com/office/officeart/2018/2/layout/IconLabelList"/>
    <dgm:cxn modelId="{7DAC3B77-58B1-4117-A14F-A37926F65810}" type="presParOf" srcId="{2B357FD0-A7AD-4942-9FCE-E10A3D19DD18}" destId="{27C6297C-5F2D-450C-9096-6ACC67CA5E27}" srcOrd="1" destOrd="0" presId="urn:microsoft.com/office/officeart/2018/2/layout/IconLabelList"/>
    <dgm:cxn modelId="{74FEDE00-8C76-41A4-8653-EAB5F435F564}" type="presParOf" srcId="{2B357FD0-A7AD-4942-9FCE-E10A3D19DD18}" destId="{3DF44083-202D-498A-8B7E-8551E3877AD9}" srcOrd="2" destOrd="0" presId="urn:microsoft.com/office/officeart/2018/2/layout/IconLabelList"/>
    <dgm:cxn modelId="{603585B9-F1E5-4E5C-A367-EA6ED5D31671}" type="presParOf" srcId="{80767CA1-4CF0-4F34-A79C-03B9E8EA7CFC}" destId="{485E0D8A-5FE4-41C7-B748-C08446B87C6F}" srcOrd="1" destOrd="0" presId="urn:microsoft.com/office/officeart/2018/2/layout/IconLabelList"/>
    <dgm:cxn modelId="{1160CE4A-BD75-44E2-8055-6EAD4D4BB28E}" type="presParOf" srcId="{80767CA1-4CF0-4F34-A79C-03B9E8EA7CFC}" destId="{C0C10CDB-5D41-421B-84AA-627F12679D1D}" srcOrd="2" destOrd="0" presId="urn:microsoft.com/office/officeart/2018/2/layout/IconLabelList"/>
    <dgm:cxn modelId="{17537BF8-4265-45D1-A6E6-57CAA9B2E32B}" type="presParOf" srcId="{C0C10CDB-5D41-421B-84AA-627F12679D1D}" destId="{0A06C898-BFE4-4C08-9A78-8BC9466523B8}" srcOrd="0" destOrd="0" presId="urn:microsoft.com/office/officeart/2018/2/layout/IconLabelList"/>
    <dgm:cxn modelId="{D19AD215-7284-4742-A05C-D6A52B29A07D}" type="presParOf" srcId="{C0C10CDB-5D41-421B-84AA-627F12679D1D}" destId="{4B306357-31D2-42B8-A0FE-FB949AE1AD99}" srcOrd="1" destOrd="0" presId="urn:microsoft.com/office/officeart/2018/2/layout/IconLabelList"/>
    <dgm:cxn modelId="{A8E5B0F2-5908-4DEB-BBCE-94F3562D23C5}" type="presParOf" srcId="{C0C10CDB-5D41-421B-84AA-627F12679D1D}" destId="{6604363C-C889-413C-A107-3791F803AAF9}" srcOrd="2" destOrd="0" presId="urn:microsoft.com/office/officeart/2018/2/layout/IconLabelList"/>
    <dgm:cxn modelId="{F935FD76-F257-435F-B94E-15BE50244CEE}" type="presParOf" srcId="{80767CA1-4CF0-4F34-A79C-03B9E8EA7CFC}" destId="{5BD1CD75-9ABC-4710-81F7-F8442DC1C7F5}" srcOrd="3" destOrd="0" presId="urn:microsoft.com/office/officeart/2018/2/layout/IconLabelList"/>
    <dgm:cxn modelId="{AF1BA5FF-74A3-4ED0-A76B-02E3462AB316}" type="presParOf" srcId="{80767CA1-4CF0-4F34-A79C-03B9E8EA7CFC}" destId="{3D593E7C-6289-4B74-BF9A-A79A271322F7}" srcOrd="4" destOrd="0" presId="urn:microsoft.com/office/officeart/2018/2/layout/IconLabelList"/>
    <dgm:cxn modelId="{7AAFA5AE-9448-44EA-933A-9D5F259866CC}" type="presParOf" srcId="{3D593E7C-6289-4B74-BF9A-A79A271322F7}" destId="{7D24BC9F-50CD-459E-8F63-3530C2AE24DD}" srcOrd="0" destOrd="0" presId="urn:microsoft.com/office/officeart/2018/2/layout/IconLabelList"/>
    <dgm:cxn modelId="{669119E9-90BD-4511-80DC-17F083778205}" type="presParOf" srcId="{3D593E7C-6289-4B74-BF9A-A79A271322F7}" destId="{CA763859-C9CA-49B1-9A11-9604FC6431DB}" srcOrd="1" destOrd="0" presId="urn:microsoft.com/office/officeart/2018/2/layout/IconLabelList"/>
    <dgm:cxn modelId="{00784A24-0F24-4BA1-8B06-4A6ABAB7CDDA}" type="presParOf" srcId="{3D593E7C-6289-4B74-BF9A-A79A271322F7}" destId="{50D0D52E-922E-4B90-8CA9-34307566B68C}" srcOrd="2" destOrd="0" presId="urn:microsoft.com/office/officeart/2018/2/layout/IconLabelList"/>
    <dgm:cxn modelId="{D0349F98-94A7-4B8F-AE81-397ECE96F5A1}" type="presParOf" srcId="{80767CA1-4CF0-4F34-A79C-03B9E8EA7CFC}" destId="{60945A20-091E-4EAB-9685-29E061980B11}" srcOrd="5" destOrd="0" presId="urn:microsoft.com/office/officeart/2018/2/layout/IconLabelList"/>
    <dgm:cxn modelId="{F80C22DE-D420-40A2-9E48-BEAD99073ED7}" type="presParOf" srcId="{80767CA1-4CF0-4F34-A79C-03B9E8EA7CFC}" destId="{EC0CC55F-15EE-4542-A996-E32D1B436010}" srcOrd="6" destOrd="0" presId="urn:microsoft.com/office/officeart/2018/2/layout/IconLabelList"/>
    <dgm:cxn modelId="{948E8B1E-909A-466B-8655-EBC8B2814301}" type="presParOf" srcId="{EC0CC55F-15EE-4542-A996-E32D1B436010}" destId="{7C1C885A-9C78-4D66-A94D-753A750575C7}" srcOrd="0" destOrd="0" presId="urn:microsoft.com/office/officeart/2018/2/layout/IconLabelList"/>
    <dgm:cxn modelId="{91A5DE6A-3187-42F9-AD6F-5F723FF0264A}" type="presParOf" srcId="{EC0CC55F-15EE-4542-A996-E32D1B436010}" destId="{8ED0C12A-2347-42C3-953E-2296104915A8}" srcOrd="1" destOrd="0" presId="urn:microsoft.com/office/officeart/2018/2/layout/IconLabelList"/>
    <dgm:cxn modelId="{651E582C-0655-481F-BA22-5B34E2396E47}" type="presParOf" srcId="{EC0CC55F-15EE-4542-A996-E32D1B436010}" destId="{D87078B0-E222-4CC2-BA75-4E2C6A38263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951A45F-ADE3-4C0D-921A-60A0869086D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529D18-5BB5-470F-8EB5-055B991F632F}">
      <dgm:prSet/>
      <dgm:spPr/>
      <dgm:t>
        <a:bodyPr/>
        <a:lstStyle/>
        <a:p>
          <a:r>
            <a:rPr lang="en-US"/>
            <a:t>Dividend yield analysed to assess income generation for shareholders.</a:t>
          </a:r>
        </a:p>
      </dgm:t>
    </dgm:pt>
    <dgm:pt modelId="{8BCB6D08-E78C-49EF-8147-7CE6AFBC3AB4}" type="parTrans" cxnId="{63C825BA-3502-4E44-9268-472FE6410F23}">
      <dgm:prSet/>
      <dgm:spPr/>
      <dgm:t>
        <a:bodyPr/>
        <a:lstStyle/>
        <a:p>
          <a:endParaRPr lang="en-US"/>
        </a:p>
      </dgm:t>
    </dgm:pt>
    <dgm:pt modelId="{995BA42F-5B6A-4F2C-9EB6-31BF79C6BE59}" type="sibTrans" cxnId="{63C825BA-3502-4E44-9268-472FE6410F23}">
      <dgm:prSet/>
      <dgm:spPr/>
      <dgm:t>
        <a:bodyPr/>
        <a:lstStyle/>
        <a:p>
          <a:endParaRPr lang="en-US"/>
        </a:p>
      </dgm:t>
    </dgm:pt>
    <dgm:pt modelId="{47C57B3E-F41D-4406-9715-F880D8D9F71F}">
      <dgm:prSet/>
      <dgm:spPr/>
      <dgm:t>
        <a:bodyPr/>
        <a:lstStyle/>
        <a:p>
          <a:r>
            <a:rPr lang="en-US"/>
            <a:t>Cash flow trends reviewed to evaluate sustainability of dividend payouts.</a:t>
          </a:r>
        </a:p>
      </dgm:t>
    </dgm:pt>
    <dgm:pt modelId="{E4DC0318-C16C-472A-A0E1-F5708816EB8B}" type="parTrans" cxnId="{B7588E7E-BCC7-495A-8ACF-1FF7A0A064AD}">
      <dgm:prSet/>
      <dgm:spPr/>
      <dgm:t>
        <a:bodyPr/>
        <a:lstStyle/>
        <a:p>
          <a:endParaRPr lang="en-US"/>
        </a:p>
      </dgm:t>
    </dgm:pt>
    <dgm:pt modelId="{B389C60B-197C-4C4E-B168-F3DF686BF08E}" type="sibTrans" cxnId="{B7588E7E-BCC7-495A-8ACF-1FF7A0A064AD}">
      <dgm:prSet/>
      <dgm:spPr/>
      <dgm:t>
        <a:bodyPr/>
        <a:lstStyle/>
        <a:p>
          <a:endParaRPr lang="en-US"/>
        </a:p>
      </dgm:t>
    </dgm:pt>
    <dgm:pt modelId="{586F9435-B954-4F63-A22F-A3CBD159E04B}">
      <dgm:prSet/>
      <dgm:spPr/>
      <dgm:t>
        <a:bodyPr/>
        <a:lstStyle/>
        <a:p>
          <a:r>
            <a:rPr lang="en-US"/>
            <a:t>Preference given to companies with stable operating cash flows and consistent dividend history.</a:t>
          </a:r>
        </a:p>
      </dgm:t>
    </dgm:pt>
    <dgm:pt modelId="{402446AB-E075-4C9F-940E-9DE690254A47}" type="parTrans" cxnId="{A2FDA00C-B600-4B1A-928B-1B669F6049EB}">
      <dgm:prSet/>
      <dgm:spPr/>
      <dgm:t>
        <a:bodyPr/>
        <a:lstStyle/>
        <a:p>
          <a:endParaRPr lang="en-US"/>
        </a:p>
      </dgm:t>
    </dgm:pt>
    <dgm:pt modelId="{8ABFA8FC-E62F-4C01-9C59-2CC95E1C8B58}" type="sibTrans" cxnId="{A2FDA00C-B600-4B1A-928B-1B669F6049EB}">
      <dgm:prSet/>
      <dgm:spPr/>
      <dgm:t>
        <a:bodyPr/>
        <a:lstStyle/>
        <a:p>
          <a:endParaRPr lang="en-US"/>
        </a:p>
      </dgm:t>
    </dgm:pt>
    <dgm:pt modelId="{3103DA04-80B6-4363-9D96-0D7DD1980DE3}">
      <dgm:prSet/>
      <dgm:spPr/>
      <dgm:t>
        <a:bodyPr/>
        <a:lstStyle/>
        <a:p>
          <a:r>
            <a:rPr lang="en-US"/>
            <a:t>Cash flow strength considered critical given capital-intensive nature of the utilities sector.</a:t>
          </a:r>
        </a:p>
      </dgm:t>
    </dgm:pt>
    <dgm:pt modelId="{65DAC328-C60C-44FA-A786-522E0F2775DD}" type="parTrans" cxnId="{9AD1D33A-C066-4794-8204-7E156AA14231}">
      <dgm:prSet/>
      <dgm:spPr/>
      <dgm:t>
        <a:bodyPr/>
        <a:lstStyle/>
        <a:p>
          <a:endParaRPr lang="en-US"/>
        </a:p>
      </dgm:t>
    </dgm:pt>
    <dgm:pt modelId="{90ACB8CC-72DC-4D12-B783-511C7E9B0B33}" type="sibTrans" cxnId="{9AD1D33A-C066-4794-8204-7E156AA14231}">
      <dgm:prSet/>
      <dgm:spPr/>
      <dgm:t>
        <a:bodyPr/>
        <a:lstStyle/>
        <a:p>
          <a:endParaRPr lang="en-US"/>
        </a:p>
      </dgm:t>
    </dgm:pt>
    <dgm:pt modelId="{4D8E9A25-5750-48C5-AD7E-CC1BF0995929}" type="pres">
      <dgm:prSet presAssocID="{8951A45F-ADE3-4C0D-921A-60A0869086D5}" presName="root" presStyleCnt="0">
        <dgm:presLayoutVars>
          <dgm:dir/>
          <dgm:resizeHandles val="exact"/>
        </dgm:presLayoutVars>
      </dgm:prSet>
      <dgm:spPr/>
    </dgm:pt>
    <dgm:pt modelId="{D13FA596-E527-4B6F-8F4A-E05EB5DC9A3F}" type="pres">
      <dgm:prSet presAssocID="{78529D18-5BB5-470F-8EB5-055B991F632F}" presName="compNode" presStyleCnt="0"/>
      <dgm:spPr/>
    </dgm:pt>
    <dgm:pt modelId="{047A1644-51EF-4936-9C93-E0CE6EEDA495}" type="pres">
      <dgm:prSet presAssocID="{78529D18-5BB5-470F-8EB5-055B991F63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C7EFAD6-CA0A-4E4F-BFB4-A7C79665D522}" type="pres">
      <dgm:prSet presAssocID="{78529D18-5BB5-470F-8EB5-055B991F632F}" presName="spaceRect" presStyleCnt="0"/>
      <dgm:spPr/>
    </dgm:pt>
    <dgm:pt modelId="{DA982BB6-A0FB-4737-8AA2-2C6DE4936591}" type="pres">
      <dgm:prSet presAssocID="{78529D18-5BB5-470F-8EB5-055B991F632F}" presName="textRect" presStyleLbl="revTx" presStyleIdx="0" presStyleCnt="4">
        <dgm:presLayoutVars>
          <dgm:chMax val="1"/>
          <dgm:chPref val="1"/>
        </dgm:presLayoutVars>
      </dgm:prSet>
      <dgm:spPr/>
    </dgm:pt>
    <dgm:pt modelId="{65802F53-6C6B-4FAD-A260-A942C947EAE5}" type="pres">
      <dgm:prSet presAssocID="{995BA42F-5B6A-4F2C-9EB6-31BF79C6BE59}" presName="sibTrans" presStyleCnt="0"/>
      <dgm:spPr/>
    </dgm:pt>
    <dgm:pt modelId="{616658CA-CDAA-4455-8455-D4E752C7842A}" type="pres">
      <dgm:prSet presAssocID="{47C57B3E-F41D-4406-9715-F880D8D9F71F}" presName="compNode" presStyleCnt="0"/>
      <dgm:spPr/>
    </dgm:pt>
    <dgm:pt modelId="{30235EBA-13D9-4197-B201-066E4EBDD7DC}" type="pres">
      <dgm:prSet presAssocID="{47C57B3E-F41D-4406-9715-F880D8D9F7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BD361D3-402A-47BE-A176-DB6AAEFBC20E}" type="pres">
      <dgm:prSet presAssocID="{47C57B3E-F41D-4406-9715-F880D8D9F71F}" presName="spaceRect" presStyleCnt="0"/>
      <dgm:spPr/>
    </dgm:pt>
    <dgm:pt modelId="{85BE9C89-8CA0-4ECF-A24E-276E3E24EA85}" type="pres">
      <dgm:prSet presAssocID="{47C57B3E-F41D-4406-9715-F880D8D9F71F}" presName="textRect" presStyleLbl="revTx" presStyleIdx="1" presStyleCnt="4">
        <dgm:presLayoutVars>
          <dgm:chMax val="1"/>
          <dgm:chPref val="1"/>
        </dgm:presLayoutVars>
      </dgm:prSet>
      <dgm:spPr/>
    </dgm:pt>
    <dgm:pt modelId="{DB9542A6-79D7-42A7-AA97-AD28B355E0B0}" type="pres">
      <dgm:prSet presAssocID="{B389C60B-197C-4C4E-B168-F3DF686BF08E}" presName="sibTrans" presStyleCnt="0"/>
      <dgm:spPr/>
    </dgm:pt>
    <dgm:pt modelId="{2892322E-AB76-4F57-9489-F43A91B54E61}" type="pres">
      <dgm:prSet presAssocID="{586F9435-B954-4F63-A22F-A3CBD159E04B}" presName="compNode" presStyleCnt="0"/>
      <dgm:spPr/>
    </dgm:pt>
    <dgm:pt modelId="{7DC2B90E-4C1C-409C-8D10-902BABA8F83D}" type="pres">
      <dgm:prSet presAssocID="{586F9435-B954-4F63-A22F-A3CBD159E0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19F7007-3C38-4B4D-99FF-A14F2C593268}" type="pres">
      <dgm:prSet presAssocID="{586F9435-B954-4F63-A22F-A3CBD159E04B}" presName="spaceRect" presStyleCnt="0"/>
      <dgm:spPr/>
    </dgm:pt>
    <dgm:pt modelId="{0E8EDC18-7FD2-41E4-8973-FD58114A7761}" type="pres">
      <dgm:prSet presAssocID="{586F9435-B954-4F63-A22F-A3CBD159E04B}" presName="textRect" presStyleLbl="revTx" presStyleIdx="2" presStyleCnt="4">
        <dgm:presLayoutVars>
          <dgm:chMax val="1"/>
          <dgm:chPref val="1"/>
        </dgm:presLayoutVars>
      </dgm:prSet>
      <dgm:spPr/>
    </dgm:pt>
    <dgm:pt modelId="{AA463BD3-FFBB-40F5-854D-EF2B23905256}" type="pres">
      <dgm:prSet presAssocID="{8ABFA8FC-E62F-4C01-9C59-2CC95E1C8B58}" presName="sibTrans" presStyleCnt="0"/>
      <dgm:spPr/>
    </dgm:pt>
    <dgm:pt modelId="{75245C8B-04EC-4DD3-AEB4-EF3911068809}" type="pres">
      <dgm:prSet presAssocID="{3103DA04-80B6-4363-9D96-0D7DD1980DE3}" presName="compNode" presStyleCnt="0"/>
      <dgm:spPr/>
    </dgm:pt>
    <dgm:pt modelId="{516CB576-2C75-4F0F-87E2-13C444B53DE2}" type="pres">
      <dgm:prSet presAssocID="{3103DA04-80B6-4363-9D96-0D7DD1980DE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BE7CBA5F-5CDA-41EC-9D16-7567FF7F84FF}" type="pres">
      <dgm:prSet presAssocID="{3103DA04-80B6-4363-9D96-0D7DD1980DE3}" presName="spaceRect" presStyleCnt="0"/>
      <dgm:spPr/>
    </dgm:pt>
    <dgm:pt modelId="{94BA5035-DBA2-4BAA-BB0C-56C916A0C059}" type="pres">
      <dgm:prSet presAssocID="{3103DA04-80B6-4363-9D96-0D7DD1980DE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FDA00C-B600-4B1A-928B-1B669F6049EB}" srcId="{8951A45F-ADE3-4C0D-921A-60A0869086D5}" destId="{586F9435-B954-4F63-A22F-A3CBD159E04B}" srcOrd="2" destOrd="0" parTransId="{402446AB-E075-4C9F-940E-9DE690254A47}" sibTransId="{8ABFA8FC-E62F-4C01-9C59-2CC95E1C8B58}"/>
    <dgm:cxn modelId="{630E3831-EB67-4D60-B52D-67CC6D637FE6}" type="presOf" srcId="{8951A45F-ADE3-4C0D-921A-60A0869086D5}" destId="{4D8E9A25-5750-48C5-AD7E-CC1BF0995929}" srcOrd="0" destOrd="0" presId="urn:microsoft.com/office/officeart/2018/2/layout/IconLabelList"/>
    <dgm:cxn modelId="{9AD1D33A-C066-4794-8204-7E156AA14231}" srcId="{8951A45F-ADE3-4C0D-921A-60A0869086D5}" destId="{3103DA04-80B6-4363-9D96-0D7DD1980DE3}" srcOrd="3" destOrd="0" parTransId="{65DAC328-C60C-44FA-A786-522E0F2775DD}" sibTransId="{90ACB8CC-72DC-4D12-B783-511C7E9B0B33}"/>
    <dgm:cxn modelId="{A3C68C76-A03E-466D-958A-71403E91955F}" type="presOf" srcId="{586F9435-B954-4F63-A22F-A3CBD159E04B}" destId="{0E8EDC18-7FD2-41E4-8973-FD58114A7761}" srcOrd="0" destOrd="0" presId="urn:microsoft.com/office/officeart/2018/2/layout/IconLabelList"/>
    <dgm:cxn modelId="{974B2277-F730-4624-9EB1-251DE656F460}" type="presOf" srcId="{3103DA04-80B6-4363-9D96-0D7DD1980DE3}" destId="{94BA5035-DBA2-4BAA-BB0C-56C916A0C059}" srcOrd="0" destOrd="0" presId="urn:microsoft.com/office/officeart/2018/2/layout/IconLabelList"/>
    <dgm:cxn modelId="{B7588E7E-BCC7-495A-8ACF-1FF7A0A064AD}" srcId="{8951A45F-ADE3-4C0D-921A-60A0869086D5}" destId="{47C57B3E-F41D-4406-9715-F880D8D9F71F}" srcOrd="1" destOrd="0" parTransId="{E4DC0318-C16C-472A-A0E1-F5708816EB8B}" sibTransId="{B389C60B-197C-4C4E-B168-F3DF686BF08E}"/>
    <dgm:cxn modelId="{63C825BA-3502-4E44-9268-472FE6410F23}" srcId="{8951A45F-ADE3-4C0D-921A-60A0869086D5}" destId="{78529D18-5BB5-470F-8EB5-055B991F632F}" srcOrd="0" destOrd="0" parTransId="{8BCB6D08-E78C-49EF-8147-7CE6AFBC3AB4}" sibTransId="{995BA42F-5B6A-4F2C-9EB6-31BF79C6BE59}"/>
    <dgm:cxn modelId="{555474CD-5E72-40D0-A37F-5AC3A7BDDFFB}" type="presOf" srcId="{47C57B3E-F41D-4406-9715-F880D8D9F71F}" destId="{85BE9C89-8CA0-4ECF-A24E-276E3E24EA85}" srcOrd="0" destOrd="0" presId="urn:microsoft.com/office/officeart/2018/2/layout/IconLabelList"/>
    <dgm:cxn modelId="{CC8246F6-7049-4C5C-A3E9-8D6D601A663A}" type="presOf" srcId="{78529D18-5BB5-470F-8EB5-055B991F632F}" destId="{DA982BB6-A0FB-4737-8AA2-2C6DE4936591}" srcOrd="0" destOrd="0" presId="urn:microsoft.com/office/officeart/2018/2/layout/IconLabelList"/>
    <dgm:cxn modelId="{C2363EA4-FAC8-41A5-9F8B-E9066815676F}" type="presParOf" srcId="{4D8E9A25-5750-48C5-AD7E-CC1BF0995929}" destId="{D13FA596-E527-4B6F-8F4A-E05EB5DC9A3F}" srcOrd="0" destOrd="0" presId="urn:microsoft.com/office/officeart/2018/2/layout/IconLabelList"/>
    <dgm:cxn modelId="{DB9949B9-8495-4080-9A5B-4AA91F352C4E}" type="presParOf" srcId="{D13FA596-E527-4B6F-8F4A-E05EB5DC9A3F}" destId="{047A1644-51EF-4936-9C93-E0CE6EEDA495}" srcOrd="0" destOrd="0" presId="urn:microsoft.com/office/officeart/2018/2/layout/IconLabelList"/>
    <dgm:cxn modelId="{2EFB8EAD-9DC1-4EF5-9EA5-75F540BB77C4}" type="presParOf" srcId="{D13FA596-E527-4B6F-8F4A-E05EB5DC9A3F}" destId="{FC7EFAD6-CA0A-4E4F-BFB4-A7C79665D522}" srcOrd="1" destOrd="0" presId="urn:microsoft.com/office/officeart/2018/2/layout/IconLabelList"/>
    <dgm:cxn modelId="{F2622F5E-F945-43EF-B845-CAE3E0CBC7C9}" type="presParOf" srcId="{D13FA596-E527-4B6F-8F4A-E05EB5DC9A3F}" destId="{DA982BB6-A0FB-4737-8AA2-2C6DE4936591}" srcOrd="2" destOrd="0" presId="urn:microsoft.com/office/officeart/2018/2/layout/IconLabelList"/>
    <dgm:cxn modelId="{F6C6921D-2E07-4707-9FB4-885371D0B59E}" type="presParOf" srcId="{4D8E9A25-5750-48C5-AD7E-CC1BF0995929}" destId="{65802F53-6C6B-4FAD-A260-A942C947EAE5}" srcOrd="1" destOrd="0" presId="urn:microsoft.com/office/officeart/2018/2/layout/IconLabelList"/>
    <dgm:cxn modelId="{16286AEC-8BAC-4452-917B-8B63DC582FE6}" type="presParOf" srcId="{4D8E9A25-5750-48C5-AD7E-CC1BF0995929}" destId="{616658CA-CDAA-4455-8455-D4E752C7842A}" srcOrd="2" destOrd="0" presId="urn:microsoft.com/office/officeart/2018/2/layout/IconLabelList"/>
    <dgm:cxn modelId="{8B38FFB0-707F-4B1E-920E-446E89AB21AB}" type="presParOf" srcId="{616658CA-CDAA-4455-8455-D4E752C7842A}" destId="{30235EBA-13D9-4197-B201-066E4EBDD7DC}" srcOrd="0" destOrd="0" presId="urn:microsoft.com/office/officeart/2018/2/layout/IconLabelList"/>
    <dgm:cxn modelId="{2DBF2C0D-769B-48F6-9AD6-0394A7D91FB9}" type="presParOf" srcId="{616658CA-CDAA-4455-8455-D4E752C7842A}" destId="{EBD361D3-402A-47BE-A176-DB6AAEFBC20E}" srcOrd="1" destOrd="0" presId="urn:microsoft.com/office/officeart/2018/2/layout/IconLabelList"/>
    <dgm:cxn modelId="{B91E6D1D-154B-4EA8-AFBE-197EE62AA593}" type="presParOf" srcId="{616658CA-CDAA-4455-8455-D4E752C7842A}" destId="{85BE9C89-8CA0-4ECF-A24E-276E3E24EA85}" srcOrd="2" destOrd="0" presId="urn:microsoft.com/office/officeart/2018/2/layout/IconLabelList"/>
    <dgm:cxn modelId="{41C2D1CA-CD85-449B-B93A-178B6CE1DC38}" type="presParOf" srcId="{4D8E9A25-5750-48C5-AD7E-CC1BF0995929}" destId="{DB9542A6-79D7-42A7-AA97-AD28B355E0B0}" srcOrd="3" destOrd="0" presId="urn:microsoft.com/office/officeart/2018/2/layout/IconLabelList"/>
    <dgm:cxn modelId="{5C24143B-6D24-4087-898B-2A8D61CFE79A}" type="presParOf" srcId="{4D8E9A25-5750-48C5-AD7E-CC1BF0995929}" destId="{2892322E-AB76-4F57-9489-F43A91B54E61}" srcOrd="4" destOrd="0" presId="urn:microsoft.com/office/officeart/2018/2/layout/IconLabelList"/>
    <dgm:cxn modelId="{CDF17313-312C-45CC-8D13-6343DE8C8767}" type="presParOf" srcId="{2892322E-AB76-4F57-9489-F43A91B54E61}" destId="{7DC2B90E-4C1C-409C-8D10-902BABA8F83D}" srcOrd="0" destOrd="0" presId="urn:microsoft.com/office/officeart/2018/2/layout/IconLabelList"/>
    <dgm:cxn modelId="{12787913-EDF3-4903-AC27-79FAB684DD01}" type="presParOf" srcId="{2892322E-AB76-4F57-9489-F43A91B54E61}" destId="{219F7007-3C38-4B4D-99FF-A14F2C593268}" srcOrd="1" destOrd="0" presId="urn:microsoft.com/office/officeart/2018/2/layout/IconLabelList"/>
    <dgm:cxn modelId="{09C6FF68-37CE-44CC-A4D1-10ADBC4C6E65}" type="presParOf" srcId="{2892322E-AB76-4F57-9489-F43A91B54E61}" destId="{0E8EDC18-7FD2-41E4-8973-FD58114A7761}" srcOrd="2" destOrd="0" presId="urn:microsoft.com/office/officeart/2018/2/layout/IconLabelList"/>
    <dgm:cxn modelId="{37F373E1-973F-4EE6-8CBF-C7447492A15E}" type="presParOf" srcId="{4D8E9A25-5750-48C5-AD7E-CC1BF0995929}" destId="{AA463BD3-FFBB-40F5-854D-EF2B23905256}" srcOrd="5" destOrd="0" presId="urn:microsoft.com/office/officeart/2018/2/layout/IconLabelList"/>
    <dgm:cxn modelId="{957E1ADF-9EB6-4073-BE1C-8718C5111EB2}" type="presParOf" srcId="{4D8E9A25-5750-48C5-AD7E-CC1BF0995929}" destId="{75245C8B-04EC-4DD3-AEB4-EF3911068809}" srcOrd="6" destOrd="0" presId="urn:microsoft.com/office/officeart/2018/2/layout/IconLabelList"/>
    <dgm:cxn modelId="{51767C91-E270-485D-8038-EAA5AF85271F}" type="presParOf" srcId="{75245C8B-04EC-4DD3-AEB4-EF3911068809}" destId="{516CB576-2C75-4F0F-87E2-13C444B53DE2}" srcOrd="0" destOrd="0" presId="urn:microsoft.com/office/officeart/2018/2/layout/IconLabelList"/>
    <dgm:cxn modelId="{7A38F5AA-7BD0-4A3F-89A6-A61294C1F884}" type="presParOf" srcId="{75245C8B-04EC-4DD3-AEB4-EF3911068809}" destId="{BE7CBA5F-5CDA-41EC-9D16-7567FF7F84FF}" srcOrd="1" destOrd="0" presId="urn:microsoft.com/office/officeart/2018/2/layout/IconLabelList"/>
    <dgm:cxn modelId="{88BA9DA0-233F-4502-A2DC-003C95D12D74}" type="presParOf" srcId="{75245C8B-04EC-4DD3-AEB4-EF3911068809}" destId="{94BA5035-DBA2-4BAA-BB0C-56C916A0C0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EF4F81-9F23-48B9-B9BF-7B6E2FC13FBB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ADE45B-E591-4812-9B63-A231D645528F}">
      <dgm:prSet/>
      <dgm:spPr/>
      <dgm:t>
        <a:bodyPr/>
        <a:lstStyle/>
        <a:p>
          <a:r>
            <a:rPr lang="en-US"/>
            <a:t>Business Model &amp; Revenue Visibility</a:t>
          </a:r>
        </a:p>
      </dgm:t>
    </dgm:pt>
    <dgm:pt modelId="{BB311E93-1D0C-4F72-8B24-78271387E637}" type="parTrans" cxnId="{03741CF9-E0CD-4412-8FFC-BC339967768A}">
      <dgm:prSet/>
      <dgm:spPr/>
      <dgm:t>
        <a:bodyPr/>
        <a:lstStyle/>
        <a:p>
          <a:endParaRPr lang="en-US"/>
        </a:p>
      </dgm:t>
    </dgm:pt>
    <dgm:pt modelId="{8FB8FC25-1634-4B26-8378-A2F79480BC06}" type="sibTrans" cxnId="{03741CF9-E0CD-4412-8FFC-BC339967768A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B53A31DA-1836-44AA-A86F-3415F0E1D343}">
      <dgm:prSet/>
      <dgm:spPr/>
      <dgm:t>
        <a:bodyPr/>
        <a:lstStyle/>
        <a:p>
          <a:r>
            <a:rPr lang="en-US"/>
            <a:t>Assessment of generation, transmission, distribution, and gas-based business models.</a:t>
          </a:r>
        </a:p>
      </dgm:t>
    </dgm:pt>
    <dgm:pt modelId="{B8E8E034-B1A5-43FF-ABE3-7C01E5C8FD40}" type="parTrans" cxnId="{F49B5C17-43AD-49A8-9D37-395EF942A1D0}">
      <dgm:prSet/>
      <dgm:spPr/>
      <dgm:t>
        <a:bodyPr/>
        <a:lstStyle/>
        <a:p>
          <a:endParaRPr lang="en-US"/>
        </a:p>
      </dgm:t>
    </dgm:pt>
    <dgm:pt modelId="{C8101DD0-6111-456E-BC39-CF313BA3492B}" type="sibTrans" cxnId="{F49B5C17-43AD-49A8-9D37-395EF942A1D0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D36F4D0A-F4D1-455F-834E-D2328228C97C}">
      <dgm:prSet/>
      <dgm:spPr/>
      <dgm:t>
        <a:bodyPr/>
        <a:lstStyle/>
        <a:p>
          <a:r>
            <a:rPr lang="en-US"/>
            <a:t>Evaluation of revenue stability through long-term PPAs and regulated tariff mechanisms.</a:t>
          </a:r>
        </a:p>
      </dgm:t>
    </dgm:pt>
    <dgm:pt modelId="{B7DA4B9E-9694-4F2D-8900-6EB041B0953B}" type="parTrans" cxnId="{84BD4497-E2A0-42A4-A263-6A28FA682491}">
      <dgm:prSet/>
      <dgm:spPr/>
      <dgm:t>
        <a:bodyPr/>
        <a:lstStyle/>
        <a:p>
          <a:endParaRPr lang="en-US"/>
        </a:p>
      </dgm:t>
    </dgm:pt>
    <dgm:pt modelId="{9BE3F58B-254C-4A80-B2AA-8231D0EB57D1}" type="sibTrans" cxnId="{84BD4497-E2A0-42A4-A263-6A28FA682491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AF135A69-285F-4884-93BB-CAF8CAB34ACE}">
      <dgm:prSet/>
      <dgm:spPr/>
      <dgm:t>
        <a:bodyPr/>
        <a:lstStyle/>
        <a:p>
          <a:r>
            <a:rPr lang="en-US"/>
            <a:t>Regulatory &amp; Policy Environment</a:t>
          </a:r>
        </a:p>
      </dgm:t>
    </dgm:pt>
    <dgm:pt modelId="{DBBD8173-7D87-4D68-95A0-16F3CA16EE93}" type="parTrans" cxnId="{3EB5D795-B585-4615-BDE4-41B1A340846C}">
      <dgm:prSet/>
      <dgm:spPr/>
      <dgm:t>
        <a:bodyPr/>
        <a:lstStyle/>
        <a:p>
          <a:endParaRPr lang="en-US"/>
        </a:p>
      </dgm:t>
    </dgm:pt>
    <dgm:pt modelId="{42080A67-0A27-4238-A926-F9C351AAC5CA}" type="sibTrans" cxnId="{3EB5D795-B585-4615-BDE4-41B1A340846C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A4286D74-5351-4DC8-9C07-825E3C38EDDB}">
      <dgm:prSet/>
      <dgm:spPr/>
      <dgm:t>
        <a:bodyPr/>
        <a:lstStyle/>
        <a:p>
          <a:r>
            <a:rPr lang="en-US"/>
            <a:t>Analysis of regulatory oversight and tariff-setting mechanisms.</a:t>
          </a:r>
        </a:p>
      </dgm:t>
    </dgm:pt>
    <dgm:pt modelId="{390E4741-A5D0-4B79-AF23-DC467C7233DE}" type="parTrans" cxnId="{CB04702A-2DAF-4EEA-A2C7-9E8652BCEFB6}">
      <dgm:prSet/>
      <dgm:spPr/>
      <dgm:t>
        <a:bodyPr/>
        <a:lstStyle/>
        <a:p>
          <a:endParaRPr lang="en-US"/>
        </a:p>
      </dgm:t>
    </dgm:pt>
    <dgm:pt modelId="{B0D42311-D18E-4928-B351-D8E63BAACF13}" type="sibTrans" cxnId="{CB04702A-2DAF-4EEA-A2C7-9E8652BCEFB6}">
      <dgm:prSet phldrT="5"/>
      <dgm:spPr/>
      <dgm:t>
        <a:bodyPr/>
        <a:lstStyle/>
        <a:p>
          <a:r>
            <a:rPr lang="en-US"/>
            <a:t>5</a:t>
          </a:r>
        </a:p>
      </dgm:t>
    </dgm:pt>
    <dgm:pt modelId="{4FE9C091-E634-4FBC-89DA-2A44ED746C54}">
      <dgm:prSet/>
      <dgm:spPr/>
      <dgm:t>
        <a:bodyPr/>
        <a:lstStyle/>
        <a:p>
          <a:r>
            <a:rPr lang="en-US"/>
            <a:t>Impact of government policies on renewables, grid expansion, and gas infrastructure.</a:t>
          </a:r>
        </a:p>
      </dgm:t>
    </dgm:pt>
    <dgm:pt modelId="{184DB5C3-856B-4601-9A78-8CF50826FF28}" type="parTrans" cxnId="{121388E4-EAFF-4589-B201-55D3EA8F31F7}">
      <dgm:prSet/>
      <dgm:spPr/>
      <dgm:t>
        <a:bodyPr/>
        <a:lstStyle/>
        <a:p>
          <a:endParaRPr lang="en-US"/>
        </a:p>
      </dgm:t>
    </dgm:pt>
    <dgm:pt modelId="{FB70A1D6-2E62-44A4-BD84-7B53B81E55AE}" type="sibTrans" cxnId="{121388E4-EAFF-4589-B201-55D3EA8F31F7}">
      <dgm:prSet phldrT="6"/>
      <dgm:spPr/>
      <dgm:t>
        <a:bodyPr/>
        <a:lstStyle/>
        <a:p>
          <a:r>
            <a:rPr lang="en-US"/>
            <a:t>6</a:t>
          </a:r>
        </a:p>
      </dgm:t>
    </dgm:pt>
    <dgm:pt modelId="{C6ED90A7-C40D-43C0-B2B6-9F5EB66092F7}">
      <dgm:prSet/>
      <dgm:spPr/>
      <dgm:t>
        <a:bodyPr/>
        <a:lstStyle/>
        <a:p>
          <a:r>
            <a:rPr lang="en-US"/>
            <a:t>Operational &amp; Financial Risks</a:t>
          </a:r>
        </a:p>
      </dgm:t>
    </dgm:pt>
    <dgm:pt modelId="{0FBEC5E0-2482-4A0B-9161-3B6914E85A05}" type="parTrans" cxnId="{123B0586-53CE-4345-9BE4-6E582F852D1B}">
      <dgm:prSet/>
      <dgm:spPr/>
      <dgm:t>
        <a:bodyPr/>
        <a:lstStyle/>
        <a:p>
          <a:endParaRPr lang="en-US"/>
        </a:p>
      </dgm:t>
    </dgm:pt>
    <dgm:pt modelId="{106B47EC-C785-4DF5-A527-EF88BE5AFD39}" type="sibTrans" cxnId="{123B0586-53CE-4345-9BE4-6E582F852D1B}">
      <dgm:prSet phldrT="7"/>
      <dgm:spPr/>
      <dgm:t>
        <a:bodyPr/>
        <a:lstStyle/>
        <a:p>
          <a:r>
            <a:rPr lang="en-US"/>
            <a:t>7</a:t>
          </a:r>
        </a:p>
      </dgm:t>
    </dgm:pt>
    <dgm:pt modelId="{D9A689D2-7868-4E3A-B083-8A65E2798969}">
      <dgm:prSet/>
      <dgm:spPr/>
      <dgm:t>
        <a:bodyPr/>
        <a:lstStyle/>
        <a:p>
          <a:r>
            <a:rPr lang="en-US"/>
            <a:t>Exposure to State Electricity Boards (SEBs) and counterparty risk.</a:t>
          </a:r>
        </a:p>
      </dgm:t>
    </dgm:pt>
    <dgm:pt modelId="{18C95548-7E64-45C4-85F0-818BDF754701}" type="parTrans" cxnId="{244CC12A-0610-44E5-882B-B5983CDD55C2}">
      <dgm:prSet/>
      <dgm:spPr/>
      <dgm:t>
        <a:bodyPr/>
        <a:lstStyle/>
        <a:p>
          <a:endParaRPr lang="en-US"/>
        </a:p>
      </dgm:t>
    </dgm:pt>
    <dgm:pt modelId="{EF3C2D28-A456-4919-9905-C6B4EBE30CD1}" type="sibTrans" cxnId="{244CC12A-0610-44E5-882B-B5983CDD55C2}">
      <dgm:prSet phldrT="8"/>
      <dgm:spPr/>
      <dgm:t>
        <a:bodyPr/>
        <a:lstStyle/>
        <a:p>
          <a:r>
            <a:rPr lang="en-US"/>
            <a:t>8</a:t>
          </a:r>
        </a:p>
      </dgm:t>
    </dgm:pt>
    <dgm:pt modelId="{2A2037FD-6DB2-4645-B12B-4E9945E00897}">
      <dgm:prSet/>
      <dgm:spPr/>
      <dgm:t>
        <a:bodyPr/>
        <a:lstStyle/>
        <a:p>
          <a:r>
            <a:rPr lang="en-US"/>
            <a:t>Project execution risk, fuel availability, and cost pass-through mechanisms.</a:t>
          </a:r>
        </a:p>
      </dgm:t>
    </dgm:pt>
    <dgm:pt modelId="{9B3750BE-3216-443A-9170-E2C576DDCBAF}" type="parTrans" cxnId="{2563D6E3-18E0-4F21-A5DF-A3D3CA6B2D93}">
      <dgm:prSet/>
      <dgm:spPr/>
      <dgm:t>
        <a:bodyPr/>
        <a:lstStyle/>
        <a:p>
          <a:endParaRPr lang="en-US"/>
        </a:p>
      </dgm:t>
    </dgm:pt>
    <dgm:pt modelId="{1BCE7442-E072-474B-B233-E877D5E028DB}" type="sibTrans" cxnId="{2563D6E3-18E0-4F21-A5DF-A3D3CA6B2D93}">
      <dgm:prSet phldrT="9"/>
      <dgm:spPr/>
      <dgm:t>
        <a:bodyPr/>
        <a:lstStyle/>
        <a:p>
          <a:r>
            <a:rPr lang="en-US"/>
            <a:t>9</a:t>
          </a:r>
        </a:p>
      </dgm:t>
    </dgm:pt>
    <dgm:pt modelId="{3535B8FB-ADE6-4EB7-A106-B0205A1C00B6}" type="pres">
      <dgm:prSet presAssocID="{CCEF4F81-9F23-48B9-B9BF-7B6E2FC13FBB}" presName="linearFlow" presStyleCnt="0">
        <dgm:presLayoutVars>
          <dgm:dir/>
          <dgm:animLvl val="lvl"/>
          <dgm:resizeHandles val="exact"/>
        </dgm:presLayoutVars>
      </dgm:prSet>
      <dgm:spPr/>
    </dgm:pt>
    <dgm:pt modelId="{3A47EA6A-C27B-44E1-9053-B136B3840EAE}" type="pres">
      <dgm:prSet presAssocID="{2BADE45B-E591-4812-9B63-A231D645528F}" presName="compositeNode" presStyleCnt="0"/>
      <dgm:spPr/>
    </dgm:pt>
    <dgm:pt modelId="{52F3BF98-D175-4C0B-A3F1-0656B7907C1B}" type="pres">
      <dgm:prSet presAssocID="{2BADE45B-E591-4812-9B63-A231D645528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CD9B206-B20F-4EBF-92FC-0BF307A4CEAC}" type="pres">
      <dgm:prSet presAssocID="{2BADE45B-E591-4812-9B63-A231D645528F}" presName="parSh" presStyleCnt="0"/>
      <dgm:spPr/>
    </dgm:pt>
    <dgm:pt modelId="{50EE9929-AD9E-4DB6-AEC2-0BCF5A235672}" type="pres">
      <dgm:prSet presAssocID="{2BADE45B-E591-4812-9B63-A231D645528F}" presName="lineNode" presStyleLbl="alignAccFollowNode1" presStyleIdx="0" presStyleCnt="27"/>
      <dgm:spPr/>
    </dgm:pt>
    <dgm:pt modelId="{BB9919D1-6A8D-4250-A7E4-0AEEE93B6559}" type="pres">
      <dgm:prSet presAssocID="{2BADE45B-E591-4812-9B63-A231D645528F}" presName="lineArrowNode" presStyleLbl="alignAccFollowNode1" presStyleIdx="1" presStyleCnt="27"/>
      <dgm:spPr/>
    </dgm:pt>
    <dgm:pt modelId="{23D5A4E0-5ED6-4729-8BB2-DC7E3FB2BEBB}" type="pres">
      <dgm:prSet presAssocID="{8FB8FC25-1634-4B26-8378-A2F79480BC06}" presName="sibTransNodeCircle" presStyleLbl="alignNode1" presStyleIdx="0" presStyleCnt="9">
        <dgm:presLayoutVars>
          <dgm:chMax val="0"/>
          <dgm:bulletEnabled/>
        </dgm:presLayoutVars>
      </dgm:prSet>
      <dgm:spPr/>
    </dgm:pt>
    <dgm:pt modelId="{E8F9A2CC-7677-4E7A-8E43-213C314A1750}" type="pres">
      <dgm:prSet presAssocID="{8FB8FC25-1634-4B26-8378-A2F79480BC06}" presName="spacerBetweenCircleAndCallout" presStyleCnt="0">
        <dgm:presLayoutVars/>
      </dgm:prSet>
      <dgm:spPr/>
    </dgm:pt>
    <dgm:pt modelId="{3E8B33B3-34F6-4C14-A48D-0A501C4BF3A1}" type="pres">
      <dgm:prSet presAssocID="{2BADE45B-E591-4812-9B63-A231D645528F}" presName="nodeText" presStyleLbl="alignAccFollowNode1" presStyleIdx="2" presStyleCnt="27">
        <dgm:presLayoutVars>
          <dgm:bulletEnabled val="1"/>
        </dgm:presLayoutVars>
      </dgm:prSet>
      <dgm:spPr/>
    </dgm:pt>
    <dgm:pt modelId="{6886F4FA-F233-418F-A8EC-9A43D2B260DC}" type="pres">
      <dgm:prSet presAssocID="{8FB8FC25-1634-4B26-8378-A2F79480BC06}" presName="sibTransComposite" presStyleCnt="0"/>
      <dgm:spPr/>
    </dgm:pt>
    <dgm:pt modelId="{CB65FD9D-E728-4DA7-8E82-3080D43602C0}" type="pres">
      <dgm:prSet presAssocID="{B53A31DA-1836-44AA-A86F-3415F0E1D343}" presName="compositeNode" presStyleCnt="0"/>
      <dgm:spPr/>
    </dgm:pt>
    <dgm:pt modelId="{93C15E11-EAEF-4CF4-B8B1-97962F5F092A}" type="pres">
      <dgm:prSet presAssocID="{B53A31DA-1836-44AA-A86F-3415F0E1D34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35823B8-4CD8-4FA7-B689-73D6DF4F841A}" type="pres">
      <dgm:prSet presAssocID="{B53A31DA-1836-44AA-A86F-3415F0E1D343}" presName="parSh" presStyleCnt="0"/>
      <dgm:spPr/>
    </dgm:pt>
    <dgm:pt modelId="{A95C6288-1D29-4436-9750-BF989B6CC60C}" type="pres">
      <dgm:prSet presAssocID="{B53A31DA-1836-44AA-A86F-3415F0E1D343}" presName="lineNode" presStyleLbl="alignAccFollowNode1" presStyleIdx="3" presStyleCnt="27"/>
      <dgm:spPr/>
    </dgm:pt>
    <dgm:pt modelId="{6EF6AD7E-C7B8-4CD4-9CA9-322DB864F4BA}" type="pres">
      <dgm:prSet presAssocID="{B53A31DA-1836-44AA-A86F-3415F0E1D343}" presName="lineArrowNode" presStyleLbl="alignAccFollowNode1" presStyleIdx="4" presStyleCnt="27"/>
      <dgm:spPr/>
    </dgm:pt>
    <dgm:pt modelId="{6A88F0A1-F595-4AEF-81F6-03EA58E0A1E3}" type="pres">
      <dgm:prSet presAssocID="{C8101DD0-6111-456E-BC39-CF313BA3492B}" presName="sibTransNodeCircle" presStyleLbl="alignNode1" presStyleIdx="1" presStyleCnt="9">
        <dgm:presLayoutVars>
          <dgm:chMax val="0"/>
          <dgm:bulletEnabled/>
        </dgm:presLayoutVars>
      </dgm:prSet>
      <dgm:spPr/>
    </dgm:pt>
    <dgm:pt modelId="{CEE5CB08-37FA-491B-B5C8-9C775ADD7D82}" type="pres">
      <dgm:prSet presAssocID="{C8101DD0-6111-456E-BC39-CF313BA3492B}" presName="spacerBetweenCircleAndCallout" presStyleCnt="0">
        <dgm:presLayoutVars/>
      </dgm:prSet>
      <dgm:spPr/>
    </dgm:pt>
    <dgm:pt modelId="{91FF2560-5F85-4231-97C0-810D4A4B8A40}" type="pres">
      <dgm:prSet presAssocID="{B53A31DA-1836-44AA-A86F-3415F0E1D343}" presName="nodeText" presStyleLbl="alignAccFollowNode1" presStyleIdx="5" presStyleCnt="27">
        <dgm:presLayoutVars>
          <dgm:bulletEnabled val="1"/>
        </dgm:presLayoutVars>
      </dgm:prSet>
      <dgm:spPr/>
    </dgm:pt>
    <dgm:pt modelId="{22B6E94A-142D-423C-AA07-0BD7E5612911}" type="pres">
      <dgm:prSet presAssocID="{C8101DD0-6111-456E-BC39-CF313BA3492B}" presName="sibTransComposite" presStyleCnt="0"/>
      <dgm:spPr/>
    </dgm:pt>
    <dgm:pt modelId="{C78AD6FA-EB63-470D-B2CF-96FBAF530D6F}" type="pres">
      <dgm:prSet presAssocID="{D36F4D0A-F4D1-455F-834E-D2328228C97C}" presName="compositeNode" presStyleCnt="0"/>
      <dgm:spPr/>
    </dgm:pt>
    <dgm:pt modelId="{C2548F6B-8FD7-439D-AA4B-B4FC88F6FF17}" type="pres">
      <dgm:prSet presAssocID="{D36F4D0A-F4D1-455F-834E-D2328228C97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575657B-0FE0-4B3A-BD7F-9B341A8192A8}" type="pres">
      <dgm:prSet presAssocID="{D36F4D0A-F4D1-455F-834E-D2328228C97C}" presName="parSh" presStyleCnt="0"/>
      <dgm:spPr/>
    </dgm:pt>
    <dgm:pt modelId="{AC934F3E-A172-41C7-81FD-3EC8FDA6D4A8}" type="pres">
      <dgm:prSet presAssocID="{D36F4D0A-F4D1-455F-834E-D2328228C97C}" presName="lineNode" presStyleLbl="alignAccFollowNode1" presStyleIdx="6" presStyleCnt="27"/>
      <dgm:spPr/>
    </dgm:pt>
    <dgm:pt modelId="{6B4475A5-FC0D-4A6A-BF65-3708DF8586E7}" type="pres">
      <dgm:prSet presAssocID="{D36F4D0A-F4D1-455F-834E-D2328228C97C}" presName="lineArrowNode" presStyleLbl="alignAccFollowNode1" presStyleIdx="7" presStyleCnt="27"/>
      <dgm:spPr/>
    </dgm:pt>
    <dgm:pt modelId="{20ECB11B-8C8E-4C0C-8FBA-7FEBC2045D2D}" type="pres">
      <dgm:prSet presAssocID="{9BE3F58B-254C-4A80-B2AA-8231D0EB57D1}" presName="sibTransNodeCircle" presStyleLbl="alignNode1" presStyleIdx="2" presStyleCnt="9">
        <dgm:presLayoutVars>
          <dgm:chMax val="0"/>
          <dgm:bulletEnabled/>
        </dgm:presLayoutVars>
      </dgm:prSet>
      <dgm:spPr/>
    </dgm:pt>
    <dgm:pt modelId="{799D1D1F-8C7F-4EC3-AEDB-B7C10FE12746}" type="pres">
      <dgm:prSet presAssocID="{9BE3F58B-254C-4A80-B2AA-8231D0EB57D1}" presName="spacerBetweenCircleAndCallout" presStyleCnt="0">
        <dgm:presLayoutVars/>
      </dgm:prSet>
      <dgm:spPr/>
    </dgm:pt>
    <dgm:pt modelId="{4779DB3C-E51E-46EB-8467-6EC09C543C0A}" type="pres">
      <dgm:prSet presAssocID="{D36F4D0A-F4D1-455F-834E-D2328228C97C}" presName="nodeText" presStyleLbl="alignAccFollowNode1" presStyleIdx="8" presStyleCnt="27">
        <dgm:presLayoutVars>
          <dgm:bulletEnabled val="1"/>
        </dgm:presLayoutVars>
      </dgm:prSet>
      <dgm:spPr/>
    </dgm:pt>
    <dgm:pt modelId="{9DB6F7F9-7FA8-44E4-BE49-BF1FC8FFDD76}" type="pres">
      <dgm:prSet presAssocID="{9BE3F58B-254C-4A80-B2AA-8231D0EB57D1}" presName="sibTransComposite" presStyleCnt="0"/>
      <dgm:spPr/>
    </dgm:pt>
    <dgm:pt modelId="{D3C149CC-3F0C-42AD-BEE6-E62752D9FBCD}" type="pres">
      <dgm:prSet presAssocID="{AF135A69-285F-4884-93BB-CAF8CAB34ACE}" presName="compositeNode" presStyleCnt="0"/>
      <dgm:spPr/>
    </dgm:pt>
    <dgm:pt modelId="{47F1E7DA-0FB4-43D9-9F2B-A7ACD7D5647F}" type="pres">
      <dgm:prSet presAssocID="{AF135A69-285F-4884-93BB-CAF8CAB34AC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CE7B7AF-51FA-43EF-BD1A-2080A8759974}" type="pres">
      <dgm:prSet presAssocID="{AF135A69-285F-4884-93BB-CAF8CAB34ACE}" presName="parSh" presStyleCnt="0"/>
      <dgm:spPr/>
    </dgm:pt>
    <dgm:pt modelId="{0AD7AE2E-52AD-4BA5-9174-4318749A82E6}" type="pres">
      <dgm:prSet presAssocID="{AF135A69-285F-4884-93BB-CAF8CAB34ACE}" presName="lineNode" presStyleLbl="alignAccFollowNode1" presStyleIdx="9" presStyleCnt="27"/>
      <dgm:spPr/>
    </dgm:pt>
    <dgm:pt modelId="{2F0D9113-FA1C-4D0F-A005-CB19844B91D1}" type="pres">
      <dgm:prSet presAssocID="{AF135A69-285F-4884-93BB-CAF8CAB34ACE}" presName="lineArrowNode" presStyleLbl="alignAccFollowNode1" presStyleIdx="10" presStyleCnt="27"/>
      <dgm:spPr/>
    </dgm:pt>
    <dgm:pt modelId="{221F27ED-9EC1-4FF6-98FA-2158A14FECDD}" type="pres">
      <dgm:prSet presAssocID="{42080A67-0A27-4238-A926-F9C351AAC5CA}" presName="sibTransNodeCircle" presStyleLbl="alignNode1" presStyleIdx="3" presStyleCnt="9">
        <dgm:presLayoutVars>
          <dgm:chMax val="0"/>
          <dgm:bulletEnabled/>
        </dgm:presLayoutVars>
      </dgm:prSet>
      <dgm:spPr/>
    </dgm:pt>
    <dgm:pt modelId="{7A17E81F-C117-4754-911F-003F15DE411C}" type="pres">
      <dgm:prSet presAssocID="{42080A67-0A27-4238-A926-F9C351AAC5CA}" presName="spacerBetweenCircleAndCallout" presStyleCnt="0">
        <dgm:presLayoutVars/>
      </dgm:prSet>
      <dgm:spPr/>
    </dgm:pt>
    <dgm:pt modelId="{B458696E-616A-4B46-9545-0F31D24A93C7}" type="pres">
      <dgm:prSet presAssocID="{AF135A69-285F-4884-93BB-CAF8CAB34ACE}" presName="nodeText" presStyleLbl="alignAccFollowNode1" presStyleIdx="11" presStyleCnt="27">
        <dgm:presLayoutVars>
          <dgm:bulletEnabled val="1"/>
        </dgm:presLayoutVars>
      </dgm:prSet>
      <dgm:spPr/>
    </dgm:pt>
    <dgm:pt modelId="{1EA83B52-ED35-4C66-A7A7-335B3D7CF36D}" type="pres">
      <dgm:prSet presAssocID="{42080A67-0A27-4238-A926-F9C351AAC5CA}" presName="sibTransComposite" presStyleCnt="0"/>
      <dgm:spPr/>
    </dgm:pt>
    <dgm:pt modelId="{FB01E375-A32D-4C78-861B-F949BB5118C8}" type="pres">
      <dgm:prSet presAssocID="{A4286D74-5351-4DC8-9C07-825E3C38EDDB}" presName="compositeNode" presStyleCnt="0"/>
      <dgm:spPr/>
    </dgm:pt>
    <dgm:pt modelId="{F7D85EAB-47D0-4F88-ABE4-14C7304BAC89}" type="pres">
      <dgm:prSet presAssocID="{A4286D74-5351-4DC8-9C07-825E3C38EDD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72ADE18-EFA0-4D82-9F97-035F706C4BE6}" type="pres">
      <dgm:prSet presAssocID="{A4286D74-5351-4DC8-9C07-825E3C38EDDB}" presName="parSh" presStyleCnt="0"/>
      <dgm:spPr/>
    </dgm:pt>
    <dgm:pt modelId="{3EFCEE2C-3ADF-4F8D-9D14-68F20EBEF7D4}" type="pres">
      <dgm:prSet presAssocID="{A4286D74-5351-4DC8-9C07-825E3C38EDDB}" presName="lineNode" presStyleLbl="alignAccFollowNode1" presStyleIdx="12" presStyleCnt="27"/>
      <dgm:spPr/>
    </dgm:pt>
    <dgm:pt modelId="{D6BD2810-DC9B-4D33-A665-ACADEC3AB446}" type="pres">
      <dgm:prSet presAssocID="{A4286D74-5351-4DC8-9C07-825E3C38EDDB}" presName="lineArrowNode" presStyleLbl="alignAccFollowNode1" presStyleIdx="13" presStyleCnt="27"/>
      <dgm:spPr/>
    </dgm:pt>
    <dgm:pt modelId="{5172BA8E-C99B-4C9D-9258-F489475964CC}" type="pres">
      <dgm:prSet presAssocID="{B0D42311-D18E-4928-B351-D8E63BAACF13}" presName="sibTransNodeCircle" presStyleLbl="alignNode1" presStyleIdx="4" presStyleCnt="9">
        <dgm:presLayoutVars>
          <dgm:chMax val="0"/>
          <dgm:bulletEnabled/>
        </dgm:presLayoutVars>
      </dgm:prSet>
      <dgm:spPr/>
    </dgm:pt>
    <dgm:pt modelId="{7C0383DD-3BF6-4603-8F48-61A5065EC798}" type="pres">
      <dgm:prSet presAssocID="{B0D42311-D18E-4928-B351-D8E63BAACF13}" presName="spacerBetweenCircleAndCallout" presStyleCnt="0">
        <dgm:presLayoutVars/>
      </dgm:prSet>
      <dgm:spPr/>
    </dgm:pt>
    <dgm:pt modelId="{857FD05A-B858-47BF-B4E0-B80C8B8CB7A6}" type="pres">
      <dgm:prSet presAssocID="{A4286D74-5351-4DC8-9C07-825E3C38EDDB}" presName="nodeText" presStyleLbl="alignAccFollowNode1" presStyleIdx="14" presStyleCnt="27">
        <dgm:presLayoutVars>
          <dgm:bulletEnabled val="1"/>
        </dgm:presLayoutVars>
      </dgm:prSet>
      <dgm:spPr/>
    </dgm:pt>
    <dgm:pt modelId="{BFE5A3D9-31A4-4BB0-AF1E-62C72EAB7070}" type="pres">
      <dgm:prSet presAssocID="{B0D42311-D18E-4928-B351-D8E63BAACF13}" presName="sibTransComposite" presStyleCnt="0"/>
      <dgm:spPr/>
    </dgm:pt>
    <dgm:pt modelId="{4688CADE-2A4F-432E-86D8-192686C759CF}" type="pres">
      <dgm:prSet presAssocID="{4FE9C091-E634-4FBC-89DA-2A44ED746C54}" presName="compositeNode" presStyleCnt="0"/>
      <dgm:spPr/>
    </dgm:pt>
    <dgm:pt modelId="{48C7F3E4-8974-4CCA-90B4-A4AC7B81F974}" type="pres">
      <dgm:prSet presAssocID="{4FE9C091-E634-4FBC-89DA-2A44ED746C5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59D9453-3827-4575-98C3-D96D73E57711}" type="pres">
      <dgm:prSet presAssocID="{4FE9C091-E634-4FBC-89DA-2A44ED746C54}" presName="parSh" presStyleCnt="0"/>
      <dgm:spPr/>
    </dgm:pt>
    <dgm:pt modelId="{EA88F29A-2A61-4A73-8BAA-978D3DD32B5A}" type="pres">
      <dgm:prSet presAssocID="{4FE9C091-E634-4FBC-89DA-2A44ED746C54}" presName="lineNode" presStyleLbl="alignAccFollowNode1" presStyleIdx="15" presStyleCnt="27"/>
      <dgm:spPr/>
    </dgm:pt>
    <dgm:pt modelId="{CDBD762D-9694-4724-A84B-D96E568A7C12}" type="pres">
      <dgm:prSet presAssocID="{4FE9C091-E634-4FBC-89DA-2A44ED746C54}" presName="lineArrowNode" presStyleLbl="alignAccFollowNode1" presStyleIdx="16" presStyleCnt="27"/>
      <dgm:spPr/>
    </dgm:pt>
    <dgm:pt modelId="{212D982F-9EC2-4406-AFAF-E75E83F8EA8A}" type="pres">
      <dgm:prSet presAssocID="{FB70A1D6-2E62-44A4-BD84-7B53B81E55AE}" presName="sibTransNodeCircle" presStyleLbl="alignNode1" presStyleIdx="5" presStyleCnt="9">
        <dgm:presLayoutVars>
          <dgm:chMax val="0"/>
          <dgm:bulletEnabled/>
        </dgm:presLayoutVars>
      </dgm:prSet>
      <dgm:spPr/>
    </dgm:pt>
    <dgm:pt modelId="{BBB46932-A397-4DC2-910C-0D887CD397BA}" type="pres">
      <dgm:prSet presAssocID="{FB70A1D6-2E62-44A4-BD84-7B53B81E55AE}" presName="spacerBetweenCircleAndCallout" presStyleCnt="0">
        <dgm:presLayoutVars/>
      </dgm:prSet>
      <dgm:spPr/>
    </dgm:pt>
    <dgm:pt modelId="{C2F108D2-A808-4429-A524-89F3810393A2}" type="pres">
      <dgm:prSet presAssocID="{4FE9C091-E634-4FBC-89DA-2A44ED746C54}" presName="nodeText" presStyleLbl="alignAccFollowNode1" presStyleIdx="17" presStyleCnt="27">
        <dgm:presLayoutVars>
          <dgm:bulletEnabled val="1"/>
        </dgm:presLayoutVars>
      </dgm:prSet>
      <dgm:spPr/>
    </dgm:pt>
    <dgm:pt modelId="{62A70549-B072-4D95-A6A7-2B0F064063DB}" type="pres">
      <dgm:prSet presAssocID="{FB70A1D6-2E62-44A4-BD84-7B53B81E55AE}" presName="sibTransComposite" presStyleCnt="0"/>
      <dgm:spPr/>
    </dgm:pt>
    <dgm:pt modelId="{50D6AD20-CEE5-437A-B0C8-5EAE11EE4F97}" type="pres">
      <dgm:prSet presAssocID="{C6ED90A7-C40D-43C0-B2B6-9F5EB66092F7}" presName="compositeNode" presStyleCnt="0"/>
      <dgm:spPr/>
    </dgm:pt>
    <dgm:pt modelId="{2D210E04-897B-4958-B9FC-A701F14B8C7B}" type="pres">
      <dgm:prSet presAssocID="{C6ED90A7-C40D-43C0-B2B6-9F5EB66092F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28093C9-746A-465F-B741-F2862923285A}" type="pres">
      <dgm:prSet presAssocID="{C6ED90A7-C40D-43C0-B2B6-9F5EB66092F7}" presName="parSh" presStyleCnt="0"/>
      <dgm:spPr/>
    </dgm:pt>
    <dgm:pt modelId="{8F8FB9E8-CEF7-4C11-9F1A-A2E27B79F9ED}" type="pres">
      <dgm:prSet presAssocID="{C6ED90A7-C40D-43C0-B2B6-9F5EB66092F7}" presName="lineNode" presStyleLbl="alignAccFollowNode1" presStyleIdx="18" presStyleCnt="27"/>
      <dgm:spPr/>
    </dgm:pt>
    <dgm:pt modelId="{A3A21CF2-520B-4431-8EF0-115AC5EBFCD8}" type="pres">
      <dgm:prSet presAssocID="{C6ED90A7-C40D-43C0-B2B6-9F5EB66092F7}" presName="lineArrowNode" presStyleLbl="alignAccFollowNode1" presStyleIdx="19" presStyleCnt="27"/>
      <dgm:spPr/>
    </dgm:pt>
    <dgm:pt modelId="{D4B397E1-2CDD-4718-B05A-FC79E1581597}" type="pres">
      <dgm:prSet presAssocID="{106B47EC-C785-4DF5-A527-EF88BE5AFD39}" presName="sibTransNodeCircle" presStyleLbl="alignNode1" presStyleIdx="6" presStyleCnt="9">
        <dgm:presLayoutVars>
          <dgm:chMax val="0"/>
          <dgm:bulletEnabled/>
        </dgm:presLayoutVars>
      </dgm:prSet>
      <dgm:spPr/>
    </dgm:pt>
    <dgm:pt modelId="{4881A237-E0A8-4887-B6EB-38940DFAB9E8}" type="pres">
      <dgm:prSet presAssocID="{106B47EC-C785-4DF5-A527-EF88BE5AFD39}" presName="spacerBetweenCircleAndCallout" presStyleCnt="0">
        <dgm:presLayoutVars/>
      </dgm:prSet>
      <dgm:spPr/>
    </dgm:pt>
    <dgm:pt modelId="{332B9BCD-F98F-4000-A073-8826BC5F4385}" type="pres">
      <dgm:prSet presAssocID="{C6ED90A7-C40D-43C0-B2B6-9F5EB66092F7}" presName="nodeText" presStyleLbl="alignAccFollowNode1" presStyleIdx="20" presStyleCnt="27">
        <dgm:presLayoutVars>
          <dgm:bulletEnabled val="1"/>
        </dgm:presLayoutVars>
      </dgm:prSet>
      <dgm:spPr/>
    </dgm:pt>
    <dgm:pt modelId="{1DB81BB1-7DDE-43E8-8F31-57E23E61E258}" type="pres">
      <dgm:prSet presAssocID="{106B47EC-C785-4DF5-A527-EF88BE5AFD39}" presName="sibTransComposite" presStyleCnt="0"/>
      <dgm:spPr/>
    </dgm:pt>
    <dgm:pt modelId="{75F51731-CAA7-49D6-952D-E1D1DFBD95A1}" type="pres">
      <dgm:prSet presAssocID="{D9A689D2-7868-4E3A-B083-8A65E2798969}" presName="compositeNode" presStyleCnt="0"/>
      <dgm:spPr/>
    </dgm:pt>
    <dgm:pt modelId="{20A3BB62-867F-4342-B482-47D1F177FDF8}" type="pres">
      <dgm:prSet presAssocID="{D9A689D2-7868-4E3A-B083-8A65E279896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CB38DA0-F83E-4A3B-9D3E-82CC74933039}" type="pres">
      <dgm:prSet presAssocID="{D9A689D2-7868-4E3A-B083-8A65E2798969}" presName="parSh" presStyleCnt="0"/>
      <dgm:spPr/>
    </dgm:pt>
    <dgm:pt modelId="{36BE95B6-44CA-49F4-A494-CCED9F311A52}" type="pres">
      <dgm:prSet presAssocID="{D9A689D2-7868-4E3A-B083-8A65E2798969}" presName="lineNode" presStyleLbl="alignAccFollowNode1" presStyleIdx="21" presStyleCnt="27"/>
      <dgm:spPr/>
    </dgm:pt>
    <dgm:pt modelId="{B5E11615-386C-4B33-8226-9CD5257CEA3F}" type="pres">
      <dgm:prSet presAssocID="{D9A689D2-7868-4E3A-B083-8A65E2798969}" presName="lineArrowNode" presStyleLbl="alignAccFollowNode1" presStyleIdx="22" presStyleCnt="27"/>
      <dgm:spPr/>
    </dgm:pt>
    <dgm:pt modelId="{27F00AF2-F6E9-47FF-8596-2E01460CFBEC}" type="pres">
      <dgm:prSet presAssocID="{EF3C2D28-A456-4919-9905-C6B4EBE30CD1}" presName="sibTransNodeCircle" presStyleLbl="alignNode1" presStyleIdx="7" presStyleCnt="9">
        <dgm:presLayoutVars>
          <dgm:chMax val="0"/>
          <dgm:bulletEnabled/>
        </dgm:presLayoutVars>
      </dgm:prSet>
      <dgm:spPr/>
    </dgm:pt>
    <dgm:pt modelId="{52A4E1C8-17C3-49E3-8EDC-F6AE0634F6A9}" type="pres">
      <dgm:prSet presAssocID="{EF3C2D28-A456-4919-9905-C6B4EBE30CD1}" presName="spacerBetweenCircleAndCallout" presStyleCnt="0">
        <dgm:presLayoutVars/>
      </dgm:prSet>
      <dgm:spPr/>
    </dgm:pt>
    <dgm:pt modelId="{3F45FE54-F18F-4DB9-8DC5-91582B4702D3}" type="pres">
      <dgm:prSet presAssocID="{D9A689D2-7868-4E3A-B083-8A65E2798969}" presName="nodeText" presStyleLbl="alignAccFollowNode1" presStyleIdx="23" presStyleCnt="27">
        <dgm:presLayoutVars>
          <dgm:bulletEnabled val="1"/>
        </dgm:presLayoutVars>
      </dgm:prSet>
      <dgm:spPr/>
    </dgm:pt>
    <dgm:pt modelId="{895FDC84-8707-48FB-8E08-6DBC686F36BF}" type="pres">
      <dgm:prSet presAssocID="{EF3C2D28-A456-4919-9905-C6B4EBE30CD1}" presName="sibTransComposite" presStyleCnt="0"/>
      <dgm:spPr/>
    </dgm:pt>
    <dgm:pt modelId="{9ECA8148-692A-49F9-956D-19A1825497CE}" type="pres">
      <dgm:prSet presAssocID="{2A2037FD-6DB2-4645-B12B-4E9945E00897}" presName="compositeNode" presStyleCnt="0"/>
      <dgm:spPr/>
    </dgm:pt>
    <dgm:pt modelId="{CEF08A71-899E-4A7F-9615-66C5B4999141}" type="pres">
      <dgm:prSet presAssocID="{2A2037FD-6DB2-4645-B12B-4E9945E0089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EC20D92-1C51-49B1-92A2-71EEE2CF2665}" type="pres">
      <dgm:prSet presAssocID="{2A2037FD-6DB2-4645-B12B-4E9945E00897}" presName="parSh" presStyleCnt="0"/>
      <dgm:spPr/>
    </dgm:pt>
    <dgm:pt modelId="{7BC01E1C-A613-44D5-B8F7-C53175EEC495}" type="pres">
      <dgm:prSet presAssocID="{2A2037FD-6DB2-4645-B12B-4E9945E00897}" presName="lineNode" presStyleLbl="alignAccFollowNode1" presStyleIdx="24" presStyleCnt="27"/>
      <dgm:spPr/>
    </dgm:pt>
    <dgm:pt modelId="{B781E62E-133E-4BD4-B4A1-BA6F0926A582}" type="pres">
      <dgm:prSet presAssocID="{2A2037FD-6DB2-4645-B12B-4E9945E00897}" presName="lineArrowNode" presStyleLbl="alignAccFollowNode1" presStyleIdx="25" presStyleCnt="27"/>
      <dgm:spPr/>
    </dgm:pt>
    <dgm:pt modelId="{E248B1EE-E112-479E-BCF9-F3D6B20013BA}" type="pres">
      <dgm:prSet presAssocID="{1BCE7442-E072-474B-B233-E877D5E028DB}" presName="sibTransNodeCircle" presStyleLbl="alignNode1" presStyleIdx="8" presStyleCnt="9">
        <dgm:presLayoutVars>
          <dgm:chMax val="0"/>
          <dgm:bulletEnabled/>
        </dgm:presLayoutVars>
      </dgm:prSet>
      <dgm:spPr/>
    </dgm:pt>
    <dgm:pt modelId="{42DF079A-547D-434E-A638-93CB8CB84F95}" type="pres">
      <dgm:prSet presAssocID="{1BCE7442-E072-474B-B233-E877D5E028DB}" presName="spacerBetweenCircleAndCallout" presStyleCnt="0">
        <dgm:presLayoutVars/>
      </dgm:prSet>
      <dgm:spPr/>
    </dgm:pt>
    <dgm:pt modelId="{7A228899-6E7A-43DC-A9E4-572D18DA88DA}" type="pres">
      <dgm:prSet presAssocID="{2A2037FD-6DB2-4645-B12B-4E9945E00897}" presName="nodeText" presStyleLbl="alignAccFollowNode1" presStyleIdx="26" presStyleCnt="27">
        <dgm:presLayoutVars>
          <dgm:bulletEnabled val="1"/>
        </dgm:presLayoutVars>
      </dgm:prSet>
      <dgm:spPr/>
    </dgm:pt>
  </dgm:ptLst>
  <dgm:cxnLst>
    <dgm:cxn modelId="{878BAE09-C5B3-494A-B536-6CE670C02E15}" type="presOf" srcId="{B0D42311-D18E-4928-B351-D8E63BAACF13}" destId="{5172BA8E-C99B-4C9D-9258-F489475964CC}" srcOrd="0" destOrd="0" presId="urn:microsoft.com/office/officeart/2016/7/layout/LinearArrowProcessNumbered"/>
    <dgm:cxn modelId="{6BB4560A-0F74-44E6-9DB7-D26C80068139}" type="presOf" srcId="{CCEF4F81-9F23-48B9-B9BF-7B6E2FC13FBB}" destId="{3535B8FB-ADE6-4EB7-A106-B0205A1C00B6}" srcOrd="0" destOrd="0" presId="urn:microsoft.com/office/officeart/2016/7/layout/LinearArrowProcessNumbered"/>
    <dgm:cxn modelId="{A831080D-3B95-48E9-A501-F81D05AF7822}" type="presOf" srcId="{2A2037FD-6DB2-4645-B12B-4E9945E00897}" destId="{7A228899-6E7A-43DC-A9E4-572D18DA88DA}" srcOrd="0" destOrd="0" presId="urn:microsoft.com/office/officeart/2016/7/layout/LinearArrowProcessNumbered"/>
    <dgm:cxn modelId="{38E37D10-BC6B-42D2-96C8-7BADB7C68D92}" type="presOf" srcId="{EF3C2D28-A456-4919-9905-C6B4EBE30CD1}" destId="{27F00AF2-F6E9-47FF-8596-2E01460CFBEC}" srcOrd="0" destOrd="0" presId="urn:microsoft.com/office/officeart/2016/7/layout/LinearArrowProcessNumbered"/>
    <dgm:cxn modelId="{F49B5C17-43AD-49A8-9D37-395EF942A1D0}" srcId="{CCEF4F81-9F23-48B9-B9BF-7B6E2FC13FBB}" destId="{B53A31DA-1836-44AA-A86F-3415F0E1D343}" srcOrd="1" destOrd="0" parTransId="{B8E8E034-B1A5-43FF-ABE3-7C01E5C8FD40}" sibTransId="{C8101DD0-6111-456E-BC39-CF313BA3492B}"/>
    <dgm:cxn modelId="{560BF91A-221D-4346-BC3D-CEAB981FE057}" type="presOf" srcId="{8FB8FC25-1634-4B26-8378-A2F79480BC06}" destId="{23D5A4E0-5ED6-4729-8BB2-DC7E3FB2BEBB}" srcOrd="0" destOrd="0" presId="urn:microsoft.com/office/officeart/2016/7/layout/LinearArrowProcessNumbered"/>
    <dgm:cxn modelId="{7DE7411E-3CE0-43DB-9512-6323C2D10933}" type="presOf" srcId="{1BCE7442-E072-474B-B233-E877D5E028DB}" destId="{E248B1EE-E112-479E-BCF9-F3D6B20013BA}" srcOrd="0" destOrd="0" presId="urn:microsoft.com/office/officeart/2016/7/layout/LinearArrowProcessNumbered"/>
    <dgm:cxn modelId="{B4113A1F-92C0-4FE0-81A8-9436840F8F91}" type="presOf" srcId="{D9A689D2-7868-4E3A-B083-8A65E2798969}" destId="{3F45FE54-F18F-4DB9-8DC5-91582B4702D3}" srcOrd="0" destOrd="0" presId="urn:microsoft.com/office/officeart/2016/7/layout/LinearArrowProcessNumbered"/>
    <dgm:cxn modelId="{CB04702A-2DAF-4EEA-A2C7-9E8652BCEFB6}" srcId="{CCEF4F81-9F23-48B9-B9BF-7B6E2FC13FBB}" destId="{A4286D74-5351-4DC8-9C07-825E3C38EDDB}" srcOrd="4" destOrd="0" parTransId="{390E4741-A5D0-4B79-AF23-DC467C7233DE}" sibTransId="{B0D42311-D18E-4928-B351-D8E63BAACF13}"/>
    <dgm:cxn modelId="{244CC12A-0610-44E5-882B-B5983CDD55C2}" srcId="{CCEF4F81-9F23-48B9-B9BF-7B6E2FC13FBB}" destId="{D9A689D2-7868-4E3A-B083-8A65E2798969}" srcOrd="7" destOrd="0" parTransId="{18C95548-7E64-45C4-85F0-818BDF754701}" sibTransId="{EF3C2D28-A456-4919-9905-C6B4EBE30CD1}"/>
    <dgm:cxn modelId="{DEF7FA34-29BE-4D4E-8C70-9F7E9B88B6F9}" type="presOf" srcId="{2BADE45B-E591-4812-9B63-A231D645528F}" destId="{3E8B33B3-34F6-4C14-A48D-0A501C4BF3A1}" srcOrd="0" destOrd="0" presId="urn:microsoft.com/office/officeart/2016/7/layout/LinearArrowProcessNumbered"/>
    <dgm:cxn modelId="{D387DD42-DE56-4238-AB1F-6937E0154007}" type="presOf" srcId="{A4286D74-5351-4DC8-9C07-825E3C38EDDB}" destId="{857FD05A-B858-47BF-B4E0-B80C8B8CB7A6}" srcOrd="0" destOrd="0" presId="urn:microsoft.com/office/officeart/2016/7/layout/LinearArrowProcessNumbered"/>
    <dgm:cxn modelId="{CBF5D84A-D6D2-427D-96B3-9DFF1F3AE5E0}" type="presOf" srcId="{C6ED90A7-C40D-43C0-B2B6-9F5EB66092F7}" destId="{332B9BCD-F98F-4000-A073-8826BC5F4385}" srcOrd="0" destOrd="0" presId="urn:microsoft.com/office/officeart/2016/7/layout/LinearArrowProcessNumbered"/>
    <dgm:cxn modelId="{0E4C864D-2DD2-4E5E-81D0-6AB41FDC06EA}" type="presOf" srcId="{FB70A1D6-2E62-44A4-BD84-7B53B81E55AE}" destId="{212D982F-9EC2-4406-AFAF-E75E83F8EA8A}" srcOrd="0" destOrd="0" presId="urn:microsoft.com/office/officeart/2016/7/layout/LinearArrowProcessNumbered"/>
    <dgm:cxn modelId="{0C74294E-8317-4038-8395-B0C023D6D1E6}" type="presOf" srcId="{D36F4D0A-F4D1-455F-834E-D2328228C97C}" destId="{4779DB3C-E51E-46EB-8467-6EC09C543C0A}" srcOrd="0" destOrd="0" presId="urn:microsoft.com/office/officeart/2016/7/layout/LinearArrowProcessNumbered"/>
    <dgm:cxn modelId="{5B227A56-9319-4FDA-995E-DFB9AABA7169}" type="presOf" srcId="{106B47EC-C785-4DF5-A527-EF88BE5AFD39}" destId="{D4B397E1-2CDD-4718-B05A-FC79E1581597}" srcOrd="0" destOrd="0" presId="urn:microsoft.com/office/officeart/2016/7/layout/LinearArrowProcessNumbered"/>
    <dgm:cxn modelId="{9A16127D-21FE-4E48-BF43-499371892416}" type="presOf" srcId="{42080A67-0A27-4238-A926-F9C351AAC5CA}" destId="{221F27ED-9EC1-4FF6-98FA-2158A14FECDD}" srcOrd="0" destOrd="0" presId="urn:microsoft.com/office/officeart/2016/7/layout/LinearArrowProcessNumbered"/>
    <dgm:cxn modelId="{E76BFD81-BF09-44A4-B711-0CBCF7675B2C}" type="presOf" srcId="{4FE9C091-E634-4FBC-89DA-2A44ED746C54}" destId="{C2F108D2-A808-4429-A524-89F3810393A2}" srcOrd="0" destOrd="0" presId="urn:microsoft.com/office/officeart/2016/7/layout/LinearArrowProcessNumbered"/>
    <dgm:cxn modelId="{123B0586-53CE-4345-9BE4-6E582F852D1B}" srcId="{CCEF4F81-9F23-48B9-B9BF-7B6E2FC13FBB}" destId="{C6ED90A7-C40D-43C0-B2B6-9F5EB66092F7}" srcOrd="6" destOrd="0" parTransId="{0FBEC5E0-2482-4A0B-9161-3B6914E85A05}" sibTransId="{106B47EC-C785-4DF5-A527-EF88BE5AFD39}"/>
    <dgm:cxn modelId="{3EB5D795-B585-4615-BDE4-41B1A340846C}" srcId="{CCEF4F81-9F23-48B9-B9BF-7B6E2FC13FBB}" destId="{AF135A69-285F-4884-93BB-CAF8CAB34ACE}" srcOrd="3" destOrd="0" parTransId="{DBBD8173-7D87-4D68-95A0-16F3CA16EE93}" sibTransId="{42080A67-0A27-4238-A926-F9C351AAC5CA}"/>
    <dgm:cxn modelId="{84BD4497-E2A0-42A4-A263-6A28FA682491}" srcId="{CCEF4F81-9F23-48B9-B9BF-7B6E2FC13FBB}" destId="{D36F4D0A-F4D1-455F-834E-D2328228C97C}" srcOrd="2" destOrd="0" parTransId="{B7DA4B9E-9694-4F2D-8900-6EB041B0953B}" sibTransId="{9BE3F58B-254C-4A80-B2AA-8231D0EB57D1}"/>
    <dgm:cxn modelId="{B27BCE97-8D13-4617-8EB3-F6663F0E883E}" type="presOf" srcId="{AF135A69-285F-4884-93BB-CAF8CAB34ACE}" destId="{B458696E-616A-4B46-9545-0F31D24A93C7}" srcOrd="0" destOrd="0" presId="urn:microsoft.com/office/officeart/2016/7/layout/LinearArrowProcessNumbered"/>
    <dgm:cxn modelId="{44C208C6-1142-4AD6-B914-A8EE56BFA1ED}" type="presOf" srcId="{B53A31DA-1836-44AA-A86F-3415F0E1D343}" destId="{91FF2560-5F85-4231-97C0-810D4A4B8A40}" srcOrd="0" destOrd="0" presId="urn:microsoft.com/office/officeart/2016/7/layout/LinearArrowProcessNumbered"/>
    <dgm:cxn modelId="{B06D21D6-E9D2-4E0B-BA3A-4439185C989E}" type="presOf" srcId="{9BE3F58B-254C-4A80-B2AA-8231D0EB57D1}" destId="{20ECB11B-8C8E-4C0C-8FBA-7FEBC2045D2D}" srcOrd="0" destOrd="0" presId="urn:microsoft.com/office/officeart/2016/7/layout/LinearArrowProcessNumbered"/>
    <dgm:cxn modelId="{2563D6E3-18E0-4F21-A5DF-A3D3CA6B2D93}" srcId="{CCEF4F81-9F23-48B9-B9BF-7B6E2FC13FBB}" destId="{2A2037FD-6DB2-4645-B12B-4E9945E00897}" srcOrd="8" destOrd="0" parTransId="{9B3750BE-3216-443A-9170-E2C576DDCBAF}" sibTransId="{1BCE7442-E072-474B-B233-E877D5E028DB}"/>
    <dgm:cxn modelId="{121388E4-EAFF-4589-B201-55D3EA8F31F7}" srcId="{CCEF4F81-9F23-48B9-B9BF-7B6E2FC13FBB}" destId="{4FE9C091-E634-4FBC-89DA-2A44ED746C54}" srcOrd="5" destOrd="0" parTransId="{184DB5C3-856B-4601-9A78-8CF50826FF28}" sibTransId="{FB70A1D6-2E62-44A4-BD84-7B53B81E55AE}"/>
    <dgm:cxn modelId="{03741CF9-E0CD-4412-8FFC-BC339967768A}" srcId="{CCEF4F81-9F23-48B9-B9BF-7B6E2FC13FBB}" destId="{2BADE45B-E591-4812-9B63-A231D645528F}" srcOrd="0" destOrd="0" parTransId="{BB311E93-1D0C-4F72-8B24-78271387E637}" sibTransId="{8FB8FC25-1634-4B26-8378-A2F79480BC06}"/>
    <dgm:cxn modelId="{228293FA-173D-4795-A007-F549B8E6D030}" type="presOf" srcId="{C8101DD0-6111-456E-BC39-CF313BA3492B}" destId="{6A88F0A1-F595-4AEF-81F6-03EA58E0A1E3}" srcOrd="0" destOrd="0" presId="urn:microsoft.com/office/officeart/2016/7/layout/LinearArrowProcessNumbered"/>
    <dgm:cxn modelId="{4D8CB47C-0484-4411-B7C6-0DCD2437A179}" type="presParOf" srcId="{3535B8FB-ADE6-4EB7-A106-B0205A1C00B6}" destId="{3A47EA6A-C27B-44E1-9053-B136B3840EAE}" srcOrd="0" destOrd="0" presId="urn:microsoft.com/office/officeart/2016/7/layout/LinearArrowProcessNumbered"/>
    <dgm:cxn modelId="{7E43BBF8-A95E-4028-A65A-B4F73FE6C1C2}" type="presParOf" srcId="{3A47EA6A-C27B-44E1-9053-B136B3840EAE}" destId="{52F3BF98-D175-4C0B-A3F1-0656B7907C1B}" srcOrd="0" destOrd="0" presId="urn:microsoft.com/office/officeart/2016/7/layout/LinearArrowProcessNumbered"/>
    <dgm:cxn modelId="{C5E6EDC6-3493-4B5A-BD6E-953F76EB0308}" type="presParOf" srcId="{3A47EA6A-C27B-44E1-9053-B136B3840EAE}" destId="{9CD9B206-B20F-4EBF-92FC-0BF307A4CEAC}" srcOrd="1" destOrd="0" presId="urn:microsoft.com/office/officeart/2016/7/layout/LinearArrowProcessNumbered"/>
    <dgm:cxn modelId="{230A6015-12FA-4212-8D8E-CD97D9A5094F}" type="presParOf" srcId="{9CD9B206-B20F-4EBF-92FC-0BF307A4CEAC}" destId="{50EE9929-AD9E-4DB6-AEC2-0BCF5A235672}" srcOrd="0" destOrd="0" presId="urn:microsoft.com/office/officeart/2016/7/layout/LinearArrowProcessNumbered"/>
    <dgm:cxn modelId="{E203C39D-6104-422A-91D8-229CBCE544CE}" type="presParOf" srcId="{9CD9B206-B20F-4EBF-92FC-0BF307A4CEAC}" destId="{BB9919D1-6A8D-4250-A7E4-0AEEE93B6559}" srcOrd="1" destOrd="0" presId="urn:microsoft.com/office/officeart/2016/7/layout/LinearArrowProcessNumbered"/>
    <dgm:cxn modelId="{69238DEE-A053-46FF-8482-5BE449921E3C}" type="presParOf" srcId="{9CD9B206-B20F-4EBF-92FC-0BF307A4CEAC}" destId="{23D5A4E0-5ED6-4729-8BB2-DC7E3FB2BEBB}" srcOrd="2" destOrd="0" presId="urn:microsoft.com/office/officeart/2016/7/layout/LinearArrowProcessNumbered"/>
    <dgm:cxn modelId="{20AE9533-7A3A-4BEF-9809-A134178CDE8B}" type="presParOf" srcId="{9CD9B206-B20F-4EBF-92FC-0BF307A4CEAC}" destId="{E8F9A2CC-7677-4E7A-8E43-213C314A1750}" srcOrd="3" destOrd="0" presId="urn:microsoft.com/office/officeart/2016/7/layout/LinearArrowProcessNumbered"/>
    <dgm:cxn modelId="{AE230948-C658-4500-87DE-A0CE9ABE21F3}" type="presParOf" srcId="{3A47EA6A-C27B-44E1-9053-B136B3840EAE}" destId="{3E8B33B3-34F6-4C14-A48D-0A501C4BF3A1}" srcOrd="2" destOrd="0" presId="urn:microsoft.com/office/officeart/2016/7/layout/LinearArrowProcessNumbered"/>
    <dgm:cxn modelId="{88FC0BD6-AF32-4B18-9517-227DBDBFE9FD}" type="presParOf" srcId="{3535B8FB-ADE6-4EB7-A106-B0205A1C00B6}" destId="{6886F4FA-F233-418F-A8EC-9A43D2B260DC}" srcOrd="1" destOrd="0" presId="urn:microsoft.com/office/officeart/2016/7/layout/LinearArrowProcessNumbered"/>
    <dgm:cxn modelId="{A6C99E88-9737-4479-8DBF-7BD3F5CFEF6A}" type="presParOf" srcId="{3535B8FB-ADE6-4EB7-A106-B0205A1C00B6}" destId="{CB65FD9D-E728-4DA7-8E82-3080D43602C0}" srcOrd="2" destOrd="0" presId="urn:microsoft.com/office/officeart/2016/7/layout/LinearArrowProcessNumbered"/>
    <dgm:cxn modelId="{3B671C23-AED0-4FB2-8E56-212E373106EF}" type="presParOf" srcId="{CB65FD9D-E728-4DA7-8E82-3080D43602C0}" destId="{93C15E11-EAEF-4CF4-B8B1-97962F5F092A}" srcOrd="0" destOrd="0" presId="urn:microsoft.com/office/officeart/2016/7/layout/LinearArrowProcessNumbered"/>
    <dgm:cxn modelId="{1A232ACA-70E0-4CBB-A0E7-42E5743DA2E8}" type="presParOf" srcId="{CB65FD9D-E728-4DA7-8E82-3080D43602C0}" destId="{235823B8-4CD8-4FA7-B689-73D6DF4F841A}" srcOrd="1" destOrd="0" presId="urn:microsoft.com/office/officeart/2016/7/layout/LinearArrowProcessNumbered"/>
    <dgm:cxn modelId="{34326DBD-589A-446B-8A4B-D36CECC2568F}" type="presParOf" srcId="{235823B8-4CD8-4FA7-B689-73D6DF4F841A}" destId="{A95C6288-1D29-4436-9750-BF989B6CC60C}" srcOrd="0" destOrd="0" presId="urn:microsoft.com/office/officeart/2016/7/layout/LinearArrowProcessNumbered"/>
    <dgm:cxn modelId="{51AE0CA8-0DB9-417B-A9E7-E9BAE6030C61}" type="presParOf" srcId="{235823B8-4CD8-4FA7-B689-73D6DF4F841A}" destId="{6EF6AD7E-C7B8-4CD4-9CA9-322DB864F4BA}" srcOrd="1" destOrd="0" presId="urn:microsoft.com/office/officeart/2016/7/layout/LinearArrowProcessNumbered"/>
    <dgm:cxn modelId="{35CF1DE9-A6BF-409D-AB0E-A45DCB449761}" type="presParOf" srcId="{235823B8-4CD8-4FA7-B689-73D6DF4F841A}" destId="{6A88F0A1-F595-4AEF-81F6-03EA58E0A1E3}" srcOrd="2" destOrd="0" presId="urn:microsoft.com/office/officeart/2016/7/layout/LinearArrowProcessNumbered"/>
    <dgm:cxn modelId="{B22D0117-BBB8-411F-815D-5EE521E74655}" type="presParOf" srcId="{235823B8-4CD8-4FA7-B689-73D6DF4F841A}" destId="{CEE5CB08-37FA-491B-B5C8-9C775ADD7D82}" srcOrd="3" destOrd="0" presId="urn:microsoft.com/office/officeart/2016/7/layout/LinearArrowProcessNumbered"/>
    <dgm:cxn modelId="{40B84A57-1910-41F8-B333-98B6A4D15461}" type="presParOf" srcId="{CB65FD9D-E728-4DA7-8E82-3080D43602C0}" destId="{91FF2560-5F85-4231-97C0-810D4A4B8A40}" srcOrd="2" destOrd="0" presId="urn:microsoft.com/office/officeart/2016/7/layout/LinearArrowProcessNumbered"/>
    <dgm:cxn modelId="{C59604B9-FCE8-49B3-A997-91016EEC9DA2}" type="presParOf" srcId="{3535B8FB-ADE6-4EB7-A106-B0205A1C00B6}" destId="{22B6E94A-142D-423C-AA07-0BD7E5612911}" srcOrd="3" destOrd="0" presId="urn:microsoft.com/office/officeart/2016/7/layout/LinearArrowProcessNumbered"/>
    <dgm:cxn modelId="{4CB00BA9-3DCE-408E-BF3B-C4B3E46AC8DB}" type="presParOf" srcId="{3535B8FB-ADE6-4EB7-A106-B0205A1C00B6}" destId="{C78AD6FA-EB63-470D-B2CF-96FBAF530D6F}" srcOrd="4" destOrd="0" presId="urn:microsoft.com/office/officeart/2016/7/layout/LinearArrowProcessNumbered"/>
    <dgm:cxn modelId="{B34D0718-6B92-4F55-814C-A56879957C7D}" type="presParOf" srcId="{C78AD6FA-EB63-470D-B2CF-96FBAF530D6F}" destId="{C2548F6B-8FD7-439D-AA4B-B4FC88F6FF17}" srcOrd="0" destOrd="0" presId="urn:microsoft.com/office/officeart/2016/7/layout/LinearArrowProcessNumbered"/>
    <dgm:cxn modelId="{72F034E7-F240-4B5E-8E9B-3F9EF5C4041E}" type="presParOf" srcId="{C78AD6FA-EB63-470D-B2CF-96FBAF530D6F}" destId="{0575657B-0FE0-4B3A-BD7F-9B341A8192A8}" srcOrd="1" destOrd="0" presId="urn:microsoft.com/office/officeart/2016/7/layout/LinearArrowProcessNumbered"/>
    <dgm:cxn modelId="{5B083CD5-6D86-427E-ABA0-6157B5FF7289}" type="presParOf" srcId="{0575657B-0FE0-4B3A-BD7F-9B341A8192A8}" destId="{AC934F3E-A172-41C7-81FD-3EC8FDA6D4A8}" srcOrd="0" destOrd="0" presId="urn:microsoft.com/office/officeart/2016/7/layout/LinearArrowProcessNumbered"/>
    <dgm:cxn modelId="{0DE4408E-D6C3-4EBB-8600-7A35E8AF33BD}" type="presParOf" srcId="{0575657B-0FE0-4B3A-BD7F-9B341A8192A8}" destId="{6B4475A5-FC0D-4A6A-BF65-3708DF8586E7}" srcOrd="1" destOrd="0" presId="urn:microsoft.com/office/officeart/2016/7/layout/LinearArrowProcessNumbered"/>
    <dgm:cxn modelId="{53E421F0-7668-4219-B9FF-2533A6CC848B}" type="presParOf" srcId="{0575657B-0FE0-4B3A-BD7F-9B341A8192A8}" destId="{20ECB11B-8C8E-4C0C-8FBA-7FEBC2045D2D}" srcOrd="2" destOrd="0" presId="urn:microsoft.com/office/officeart/2016/7/layout/LinearArrowProcessNumbered"/>
    <dgm:cxn modelId="{A27959AF-E546-430A-8952-D50010426374}" type="presParOf" srcId="{0575657B-0FE0-4B3A-BD7F-9B341A8192A8}" destId="{799D1D1F-8C7F-4EC3-AEDB-B7C10FE12746}" srcOrd="3" destOrd="0" presId="urn:microsoft.com/office/officeart/2016/7/layout/LinearArrowProcessNumbered"/>
    <dgm:cxn modelId="{EF62332E-C8D3-4412-ABA0-30EB6729F505}" type="presParOf" srcId="{C78AD6FA-EB63-470D-B2CF-96FBAF530D6F}" destId="{4779DB3C-E51E-46EB-8467-6EC09C543C0A}" srcOrd="2" destOrd="0" presId="urn:microsoft.com/office/officeart/2016/7/layout/LinearArrowProcessNumbered"/>
    <dgm:cxn modelId="{50F52DD3-FC3B-4D49-86DD-7D5C50320154}" type="presParOf" srcId="{3535B8FB-ADE6-4EB7-A106-B0205A1C00B6}" destId="{9DB6F7F9-7FA8-44E4-BE49-BF1FC8FFDD76}" srcOrd="5" destOrd="0" presId="urn:microsoft.com/office/officeart/2016/7/layout/LinearArrowProcessNumbered"/>
    <dgm:cxn modelId="{BB0D8555-2ECE-48B2-9308-B66C3C48E2A4}" type="presParOf" srcId="{3535B8FB-ADE6-4EB7-A106-B0205A1C00B6}" destId="{D3C149CC-3F0C-42AD-BEE6-E62752D9FBCD}" srcOrd="6" destOrd="0" presId="urn:microsoft.com/office/officeart/2016/7/layout/LinearArrowProcessNumbered"/>
    <dgm:cxn modelId="{06382F15-4980-4477-8B80-8B0EFA36D075}" type="presParOf" srcId="{D3C149CC-3F0C-42AD-BEE6-E62752D9FBCD}" destId="{47F1E7DA-0FB4-43D9-9F2B-A7ACD7D5647F}" srcOrd="0" destOrd="0" presId="urn:microsoft.com/office/officeart/2016/7/layout/LinearArrowProcessNumbered"/>
    <dgm:cxn modelId="{EC909792-278A-4898-965B-42D5680C3F40}" type="presParOf" srcId="{D3C149CC-3F0C-42AD-BEE6-E62752D9FBCD}" destId="{CCE7B7AF-51FA-43EF-BD1A-2080A8759974}" srcOrd="1" destOrd="0" presId="urn:microsoft.com/office/officeart/2016/7/layout/LinearArrowProcessNumbered"/>
    <dgm:cxn modelId="{2D68E155-1C4E-4AB9-8031-5DF38D416DB5}" type="presParOf" srcId="{CCE7B7AF-51FA-43EF-BD1A-2080A8759974}" destId="{0AD7AE2E-52AD-4BA5-9174-4318749A82E6}" srcOrd="0" destOrd="0" presId="urn:microsoft.com/office/officeart/2016/7/layout/LinearArrowProcessNumbered"/>
    <dgm:cxn modelId="{2004BB45-3CE1-48DE-87C1-C98944371693}" type="presParOf" srcId="{CCE7B7AF-51FA-43EF-BD1A-2080A8759974}" destId="{2F0D9113-FA1C-4D0F-A005-CB19844B91D1}" srcOrd="1" destOrd="0" presId="urn:microsoft.com/office/officeart/2016/7/layout/LinearArrowProcessNumbered"/>
    <dgm:cxn modelId="{9AA6902B-1EBC-4C64-94E5-380F6A999B52}" type="presParOf" srcId="{CCE7B7AF-51FA-43EF-BD1A-2080A8759974}" destId="{221F27ED-9EC1-4FF6-98FA-2158A14FECDD}" srcOrd="2" destOrd="0" presId="urn:microsoft.com/office/officeart/2016/7/layout/LinearArrowProcessNumbered"/>
    <dgm:cxn modelId="{341E4579-EA16-4B03-9C36-3D3A74A47DE4}" type="presParOf" srcId="{CCE7B7AF-51FA-43EF-BD1A-2080A8759974}" destId="{7A17E81F-C117-4754-911F-003F15DE411C}" srcOrd="3" destOrd="0" presId="urn:microsoft.com/office/officeart/2016/7/layout/LinearArrowProcessNumbered"/>
    <dgm:cxn modelId="{D4D137A7-4399-4EAC-84BD-DFE75BD993A3}" type="presParOf" srcId="{D3C149CC-3F0C-42AD-BEE6-E62752D9FBCD}" destId="{B458696E-616A-4B46-9545-0F31D24A93C7}" srcOrd="2" destOrd="0" presId="urn:microsoft.com/office/officeart/2016/7/layout/LinearArrowProcessNumbered"/>
    <dgm:cxn modelId="{07CA9DF5-0A6D-412B-A53E-7A3FA95D7B05}" type="presParOf" srcId="{3535B8FB-ADE6-4EB7-A106-B0205A1C00B6}" destId="{1EA83B52-ED35-4C66-A7A7-335B3D7CF36D}" srcOrd="7" destOrd="0" presId="urn:microsoft.com/office/officeart/2016/7/layout/LinearArrowProcessNumbered"/>
    <dgm:cxn modelId="{4F9FFF08-44A9-49C2-8A2D-56C9F2C1AE5A}" type="presParOf" srcId="{3535B8FB-ADE6-4EB7-A106-B0205A1C00B6}" destId="{FB01E375-A32D-4C78-861B-F949BB5118C8}" srcOrd="8" destOrd="0" presId="urn:microsoft.com/office/officeart/2016/7/layout/LinearArrowProcessNumbered"/>
    <dgm:cxn modelId="{7CB96429-3003-40E6-911B-80C1DA931C0C}" type="presParOf" srcId="{FB01E375-A32D-4C78-861B-F949BB5118C8}" destId="{F7D85EAB-47D0-4F88-ABE4-14C7304BAC89}" srcOrd="0" destOrd="0" presId="urn:microsoft.com/office/officeart/2016/7/layout/LinearArrowProcessNumbered"/>
    <dgm:cxn modelId="{35F1B6C7-42B4-4113-A4EA-06A17CE8548F}" type="presParOf" srcId="{FB01E375-A32D-4C78-861B-F949BB5118C8}" destId="{872ADE18-EFA0-4D82-9F97-035F706C4BE6}" srcOrd="1" destOrd="0" presId="urn:microsoft.com/office/officeart/2016/7/layout/LinearArrowProcessNumbered"/>
    <dgm:cxn modelId="{FFB22221-A984-4BD2-A8F4-88D70C221B2D}" type="presParOf" srcId="{872ADE18-EFA0-4D82-9F97-035F706C4BE6}" destId="{3EFCEE2C-3ADF-4F8D-9D14-68F20EBEF7D4}" srcOrd="0" destOrd="0" presId="urn:microsoft.com/office/officeart/2016/7/layout/LinearArrowProcessNumbered"/>
    <dgm:cxn modelId="{C6A786B3-D567-429F-854F-9FD097E2C533}" type="presParOf" srcId="{872ADE18-EFA0-4D82-9F97-035F706C4BE6}" destId="{D6BD2810-DC9B-4D33-A665-ACADEC3AB446}" srcOrd="1" destOrd="0" presId="urn:microsoft.com/office/officeart/2016/7/layout/LinearArrowProcessNumbered"/>
    <dgm:cxn modelId="{C69DC093-4CF0-4535-A27A-F9C7649C503D}" type="presParOf" srcId="{872ADE18-EFA0-4D82-9F97-035F706C4BE6}" destId="{5172BA8E-C99B-4C9D-9258-F489475964CC}" srcOrd="2" destOrd="0" presId="urn:microsoft.com/office/officeart/2016/7/layout/LinearArrowProcessNumbered"/>
    <dgm:cxn modelId="{A130E62B-F0D1-468F-95EE-90722F732374}" type="presParOf" srcId="{872ADE18-EFA0-4D82-9F97-035F706C4BE6}" destId="{7C0383DD-3BF6-4603-8F48-61A5065EC798}" srcOrd="3" destOrd="0" presId="urn:microsoft.com/office/officeart/2016/7/layout/LinearArrowProcessNumbered"/>
    <dgm:cxn modelId="{94EF8D0E-9994-493D-AFCD-8C7137B320A3}" type="presParOf" srcId="{FB01E375-A32D-4C78-861B-F949BB5118C8}" destId="{857FD05A-B858-47BF-B4E0-B80C8B8CB7A6}" srcOrd="2" destOrd="0" presId="urn:microsoft.com/office/officeart/2016/7/layout/LinearArrowProcessNumbered"/>
    <dgm:cxn modelId="{784F2A05-A04A-45F6-8236-31BF08D627C0}" type="presParOf" srcId="{3535B8FB-ADE6-4EB7-A106-B0205A1C00B6}" destId="{BFE5A3D9-31A4-4BB0-AF1E-62C72EAB7070}" srcOrd="9" destOrd="0" presId="urn:microsoft.com/office/officeart/2016/7/layout/LinearArrowProcessNumbered"/>
    <dgm:cxn modelId="{5C53123E-9601-4A7D-81A3-4737A5BFFB73}" type="presParOf" srcId="{3535B8FB-ADE6-4EB7-A106-B0205A1C00B6}" destId="{4688CADE-2A4F-432E-86D8-192686C759CF}" srcOrd="10" destOrd="0" presId="urn:microsoft.com/office/officeart/2016/7/layout/LinearArrowProcessNumbered"/>
    <dgm:cxn modelId="{EDDED05E-200F-4939-A9ED-90D4B29F9A17}" type="presParOf" srcId="{4688CADE-2A4F-432E-86D8-192686C759CF}" destId="{48C7F3E4-8974-4CCA-90B4-A4AC7B81F974}" srcOrd="0" destOrd="0" presId="urn:microsoft.com/office/officeart/2016/7/layout/LinearArrowProcessNumbered"/>
    <dgm:cxn modelId="{2B654992-6DAB-445D-887B-1911E7EB32CF}" type="presParOf" srcId="{4688CADE-2A4F-432E-86D8-192686C759CF}" destId="{D59D9453-3827-4575-98C3-D96D73E57711}" srcOrd="1" destOrd="0" presId="urn:microsoft.com/office/officeart/2016/7/layout/LinearArrowProcessNumbered"/>
    <dgm:cxn modelId="{8A23C1A2-1E36-4BD5-86B6-5FBFEBB22996}" type="presParOf" srcId="{D59D9453-3827-4575-98C3-D96D73E57711}" destId="{EA88F29A-2A61-4A73-8BAA-978D3DD32B5A}" srcOrd="0" destOrd="0" presId="urn:microsoft.com/office/officeart/2016/7/layout/LinearArrowProcessNumbered"/>
    <dgm:cxn modelId="{7D8B28C2-727D-4647-84DD-39E036689500}" type="presParOf" srcId="{D59D9453-3827-4575-98C3-D96D73E57711}" destId="{CDBD762D-9694-4724-A84B-D96E568A7C12}" srcOrd="1" destOrd="0" presId="urn:microsoft.com/office/officeart/2016/7/layout/LinearArrowProcessNumbered"/>
    <dgm:cxn modelId="{53A78F0B-CD4F-4A2F-AAA2-8D6ABF5AAEED}" type="presParOf" srcId="{D59D9453-3827-4575-98C3-D96D73E57711}" destId="{212D982F-9EC2-4406-AFAF-E75E83F8EA8A}" srcOrd="2" destOrd="0" presId="urn:microsoft.com/office/officeart/2016/7/layout/LinearArrowProcessNumbered"/>
    <dgm:cxn modelId="{977628AC-31A3-425F-8243-3012C922F4F8}" type="presParOf" srcId="{D59D9453-3827-4575-98C3-D96D73E57711}" destId="{BBB46932-A397-4DC2-910C-0D887CD397BA}" srcOrd="3" destOrd="0" presId="urn:microsoft.com/office/officeart/2016/7/layout/LinearArrowProcessNumbered"/>
    <dgm:cxn modelId="{B64059F3-D6BF-4B48-9A86-3CD1ED06A65C}" type="presParOf" srcId="{4688CADE-2A4F-432E-86D8-192686C759CF}" destId="{C2F108D2-A808-4429-A524-89F3810393A2}" srcOrd="2" destOrd="0" presId="urn:microsoft.com/office/officeart/2016/7/layout/LinearArrowProcessNumbered"/>
    <dgm:cxn modelId="{E823C761-A203-4F35-BEDF-F3EA5127A339}" type="presParOf" srcId="{3535B8FB-ADE6-4EB7-A106-B0205A1C00B6}" destId="{62A70549-B072-4D95-A6A7-2B0F064063DB}" srcOrd="11" destOrd="0" presId="urn:microsoft.com/office/officeart/2016/7/layout/LinearArrowProcessNumbered"/>
    <dgm:cxn modelId="{7FEE3DD0-A5FB-4506-8DA5-07486DC99DEE}" type="presParOf" srcId="{3535B8FB-ADE6-4EB7-A106-B0205A1C00B6}" destId="{50D6AD20-CEE5-437A-B0C8-5EAE11EE4F97}" srcOrd="12" destOrd="0" presId="urn:microsoft.com/office/officeart/2016/7/layout/LinearArrowProcessNumbered"/>
    <dgm:cxn modelId="{F1D0FF1C-38B1-4B2A-8F53-80641C24737C}" type="presParOf" srcId="{50D6AD20-CEE5-437A-B0C8-5EAE11EE4F97}" destId="{2D210E04-897B-4958-B9FC-A701F14B8C7B}" srcOrd="0" destOrd="0" presId="urn:microsoft.com/office/officeart/2016/7/layout/LinearArrowProcessNumbered"/>
    <dgm:cxn modelId="{944A56D3-3A67-425A-8FC3-6EEACE139282}" type="presParOf" srcId="{50D6AD20-CEE5-437A-B0C8-5EAE11EE4F97}" destId="{028093C9-746A-465F-B741-F2862923285A}" srcOrd="1" destOrd="0" presId="urn:microsoft.com/office/officeart/2016/7/layout/LinearArrowProcessNumbered"/>
    <dgm:cxn modelId="{B63ED9E9-1288-4E88-A1E7-134B1CFF904B}" type="presParOf" srcId="{028093C9-746A-465F-B741-F2862923285A}" destId="{8F8FB9E8-CEF7-4C11-9F1A-A2E27B79F9ED}" srcOrd="0" destOrd="0" presId="urn:microsoft.com/office/officeart/2016/7/layout/LinearArrowProcessNumbered"/>
    <dgm:cxn modelId="{D2A80620-931D-4BFD-AC33-848DB6768517}" type="presParOf" srcId="{028093C9-746A-465F-B741-F2862923285A}" destId="{A3A21CF2-520B-4431-8EF0-115AC5EBFCD8}" srcOrd="1" destOrd="0" presId="urn:microsoft.com/office/officeart/2016/7/layout/LinearArrowProcessNumbered"/>
    <dgm:cxn modelId="{CD3216DD-319D-42DD-BAB0-2A1259B82479}" type="presParOf" srcId="{028093C9-746A-465F-B741-F2862923285A}" destId="{D4B397E1-2CDD-4718-B05A-FC79E1581597}" srcOrd="2" destOrd="0" presId="urn:microsoft.com/office/officeart/2016/7/layout/LinearArrowProcessNumbered"/>
    <dgm:cxn modelId="{4AD69F54-AD8E-41A5-A975-DA4FC982EC9B}" type="presParOf" srcId="{028093C9-746A-465F-B741-F2862923285A}" destId="{4881A237-E0A8-4887-B6EB-38940DFAB9E8}" srcOrd="3" destOrd="0" presId="urn:microsoft.com/office/officeart/2016/7/layout/LinearArrowProcessNumbered"/>
    <dgm:cxn modelId="{FA5FBADD-2016-44F7-A043-6AC6CFB35F94}" type="presParOf" srcId="{50D6AD20-CEE5-437A-B0C8-5EAE11EE4F97}" destId="{332B9BCD-F98F-4000-A073-8826BC5F4385}" srcOrd="2" destOrd="0" presId="urn:microsoft.com/office/officeart/2016/7/layout/LinearArrowProcessNumbered"/>
    <dgm:cxn modelId="{8C0EFA1C-EFCF-49DD-9BF7-76E5997BB040}" type="presParOf" srcId="{3535B8FB-ADE6-4EB7-A106-B0205A1C00B6}" destId="{1DB81BB1-7DDE-43E8-8F31-57E23E61E258}" srcOrd="13" destOrd="0" presId="urn:microsoft.com/office/officeart/2016/7/layout/LinearArrowProcessNumbered"/>
    <dgm:cxn modelId="{847EA341-D638-4E3B-8BAB-87C2D0E82093}" type="presParOf" srcId="{3535B8FB-ADE6-4EB7-A106-B0205A1C00B6}" destId="{75F51731-CAA7-49D6-952D-E1D1DFBD95A1}" srcOrd="14" destOrd="0" presId="urn:microsoft.com/office/officeart/2016/7/layout/LinearArrowProcessNumbered"/>
    <dgm:cxn modelId="{EE9D7A0D-07D7-4AC8-88A0-4D4FAFD5B081}" type="presParOf" srcId="{75F51731-CAA7-49D6-952D-E1D1DFBD95A1}" destId="{20A3BB62-867F-4342-B482-47D1F177FDF8}" srcOrd="0" destOrd="0" presId="urn:microsoft.com/office/officeart/2016/7/layout/LinearArrowProcessNumbered"/>
    <dgm:cxn modelId="{B168FB50-E8EC-4174-B09D-66D3442BCC64}" type="presParOf" srcId="{75F51731-CAA7-49D6-952D-E1D1DFBD95A1}" destId="{2CB38DA0-F83E-4A3B-9D3E-82CC74933039}" srcOrd="1" destOrd="0" presId="urn:microsoft.com/office/officeart/2016/7/layout/LinearArrowProcessNumbered"/>
    <dgm:cxn modelId="{2FFCD7A7-CAEC-475E-8D1B-A6E8F03F991F}" type="presParOf" srcId="{2CB38DA0-F83E-4A3B-9D3E-82CC74933039}" destId="{36BE95B6-44CA-49F4-A494-CCED9F311A52}" srcOrd="0" destOrd="0" presId="urn:microsoft.com/office/officeart/2016/7/layout/LinearArrowProcessNumbered"/>
    <dgm:cxn modelId="{EED7B9CC-F8CC-4418-8354-AB5C3312A084}" type="presParOf" srcId="{2CB38DA0-F83E-4A3B-9D3E-82CC74933039}" destId="{B5E11615-386C-4B33-8226-9CD5257CEA3F}" srcOrd="1" destOrd="0" presId="urn:microsoft.com/office/officeart/2016/7/layout/LinearArrowProcessNumbered"/>
    <dgm:cxn modelId="{25E1D947-2836-41E9-A45F-CBFBCA9603A8}" type="presParOf" srcId="{2CB38DA0-F83E-4A3B-9D3E-82CC74933039}" destId="{27F00AF2-F6E9-47FF-8596-2E01460CFBEC}" srcOrd="2" destOrd="0" presId="urn:microsoft.com/office/officeart/2016/7/layout/LinearArrowProcessNumbered"/>
    <dgm:cxn modelId="{7DF79874-A4EF-4C88-AD73-C42B8ABEBDF1}" type="presParOf" srcId="{2CB38DA0-F83E-4A3B-9D3E-82CC74933039}" destId="{52A4E1C8-17C3-49E3-8EDC-F6AE0634F6A9}" srcOrd="3" destOrd="0" presId="urn:microsoft.com/office/officeart/2016/7/layout/LinearArrowProcessNumbered"/>
    <dgm:cxn modelId="{1CB4F1B2-352E-43EC-A961-39E70B0DB43A}" type="presParOf" srcId="{75F51731-CAA7-49D6-952D-E1D1DFBD95A1}" destId="{3F45FE54-F18F-4DB9-8DC5-91582B4702D3}" srcOrd="2" destOrd="0" presId="urn:microsoft.com/office/officeart/2016/7/layout/LinearArrowProcessNumbered"/>
    <dgm:cxn modelId="{02E6EB9F-3197-4FAF-AC1F-AC1D0835E27D}" type="presParOf" srcId="{3535B8FB-ADE6-4EB7-A106-B0205A1C00B6}" destId="{895FDC84-8707-48FB-8E08-6DBC686F36BF}" srcOrd="15" destOrd="0" presId="urn:microsoft.com/office/officeart/2016/7/layout/LinearArrowProcessNumbered"/>
    <dgm:cxn modelId="{D0561769-ABA1-4263-885C-27A9CCEEDDA3}" type="presParOf" srcId="{3535B8FB-ADE6-4EB7-A106-B0205A1C00B6}" destId="{9ECA8148-692A-49F9-956D-19A1825497CE}" srcOrd="16" destOrd="0" presId="urn:microsoft.com/office/officeart/2016/7/layout/LinearArrowProcessNumbered"/>
    <dgm:cxn modelId="{BC62CA02-469C-47D7-90AD-A81CEC12B184}" type="presParOf" srcId="{9ECA8148-692A-49F9-956D-19A1825497CE}" destId="{CEF08A71-899E-4A7F-9615-66C5B4999141}" srcOrd="0" destOrd="0" presId="urn:microsoft.com/office/officeart/2016/7/layout/LinearArrowProcessNumbered"/>
    <dgm:cxn modelId="{A4F5E83E-CEE9-470D-97E1-561A0D39FF5B}" type="presParOf" srcId="{9ECA8148-692A-49F9-956D-19A1825497CE}" destId="{EEC20D92-1C51-49B1-92A2-71EEE2CF2665}" srcOrd="1" destOrd="0" presId="urn:microsoft.com/office/officeart/2016/7/layout/LinearArrowProcessNumbered"/>
    <dgm:cxn modelId="{BB422ABA-63C2-45C5-9A7F-A64C2597D64C}" type="presParOf" srcId="{EEC20D92-1C51-49B1-92A2-71EEE2CF2665}" destId="{7BC01E1C-A613-44D5-B8F7-C53175EEC495}" srcOrd="0" destOrd="0" presId="urn:microsoft.com/office/officeart/2016/7/layout/LinearArrowProcessNumbered"/>
    <dgm:cxn modelId="{F281FBD6-173D-4A19-89F0-E42130E1A17B}" type="presParOf" srcId="{EEC20D92-1C51-49B1-92A2-71EEE2CF2665}" destId="{B781E62E-133E-4BD4-B4A1-BA6F0926A582}" srcOrd="1" destOrd="0" presId="urn:microsoft.com/office/officeart/2016/7/layout/LinearArrowProcessNumbered"/>
    <dgm:cxn modelId="{105EC82E-8D8B-47AE-B846-8DC2E9C40A3A}" type="presParOf" srcId="{EEC20D92-1C51-49B1-92A2-71EEE2CF2665}" destId="{E248B1EE-E112-479E-BCF9-F3D6B20013BA}" srcOrd="2" destOrd="0" presId="urn:microsoft.com/office/officeart/2016/7/layout/LinearArrowProcessNumbered"/>
    <dgm:cxn modelId="{C85E2AD7-CED3-4A10-B3F2-638B2EEFA139}" type="presParOf" srcId="{EEC20D92-1C51-49B1-92A2-71EEE2CF2665}" destId="{42DF079A-547D-434E-A638-93CB8CB84F95}" srcOrd="3" destOrd="0" presId="urn:microsoft.com/office/officeart/2016/7/layout/LinearArrowProcessNumbered"/>
    <dgm:cxn modelId="{53134DA6-9035-4E2F-B378-913556F263C4}" type="presParOf" srcId="{9ECA8148-692A-49F9-956D-19A1825497CE}" destId="{7A228899-6E7A-43DC-A9E4-572D18DA88DA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B711652-3B26-4EB1-B8F9-011D5528B12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947CAF-25DB-44C5-9386-DCEF3F3FE8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Companies evaluated using a structured multi-factor scoring model combining quantitative and qualitative parameters.</a:t>
          </a:r>
        </a:p>
      </dgm:t>
    </dgm:pt>
    <dgm:pt modelId="{BE89E305-830A-4CBF-98E5-EF666D3047B6}" type="parTrans" cxnId="{6BAD497D-5E2A-44CB-872A-9B3C51C0EE16}">
      <dgm:prSet/>
      <dgm:spPr/>
      <dgm:t>
        <a:bodyPr/>
        <a:lstStyle/>
        <a:p>
          <a:endParaRPr lang="en-US"/>
        </a:p>
      </dgm:t>
    </dgm:pt>
    <dgm:pt modelId="{F99E42C8-5D1E-43C6-8AE3-09A7F146F4A0}" type="sibTrans" cxnId="{6BAD497D-5E2A-44CB-872A-9B3C51C0EE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19DBD3-181E-4B96-87FC-29746BF37E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Individual scores assigned across valuation, profitability, risk, and income metrics.</a:t>
          </a:r>
        </a:p>
      </dgm:t>
    </dgm:pt>
    <dgm:pt modelId="{F4E70940-3705-483B-A3E2-C0C6E8484B24}" type="parTrans" cxnId="{23953D41-B5E1-4D38-9FE6-0A7D4AECECB1}">
      <dgm:prSet/>
      <dgm:spPr/>
      <dgm:t>
        <a:bodyPr/>
        <a:lstStyle/>
        <a:p>
          <a:endParaRPr lang="en-US"/>
        </a:p>
      </dgm:t>
    </dgm:pt>
    <dgm:pt modelId="{FA5D8E10-E526-4B54-8109-02AB9137017B}" type="sibTrans" cxnId="{23953D41-B5E1-4D38-9FE6-0A7D4AECEC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E5DB00-1529-480F-A953-092079CC3E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Qualitative factors incorporated to adjust for regulatory exposure, business model stability, and earnings visibility.</a:t>
          </a:r>
        </a:p>
      </dgm:t>
    </dgm:pt>
    <dgm:pt modelId="{8261551F-7D50-42B8-BACD-E3F837EE3A02}" type="parTrans" cxnId="{D3526FA2-5FA8-46F8-9C7B-93909E031456}">
      <dgm:prSet/>
      <dgm:spPr/>
      <dgm:t>
        <a:bodyPr/>
        <a:lstStyle/>
        <a:p>
          <a:endParaRPr lang="en-US"/>
        </a:p>
      </dgm:t>
    </dgm:pt>
    <dgm:pt modelId="{8C4D12AD-1BA5-4FDC-85C9-7A3494FB312D}" type="sibTrans" cxnId="{D3526FA2-5FA8-46F8-9C7B-93909E0314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20D0D5F-394E-443B-9C71-AE87E2EABA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 composite score used to rank companies and identify top investment candidates.</a:t>
          </a:r>
        </a:p>
      </dgm:t>
    </dgm:pt>
    <dgm:pt modelId="{1739341A-C95B-4807-B1DA-74182CE23E64}" type="parTrans" cxnId="{5C4D4627-5642-4DD9-A553-73DFB7DCAEB4}">
      <dgm:prSet/>
      <dgm:spPr/>
      <dgm:t>
        <a:bodyPr/>
        <a:lstStyle/>
        <a:p>
          <a:endParaRPr lang="en-US"/>
        </a:p>
      </dgm:t>
    </dgm:pt>
    <dgm:pt modelId="{4F44C7C3-8A88-4084-BE25-5FC68FB5EAC2}" type="sibTrans" cxnId="{5C4D4627-5642-4DD9-A553-73DFB7DCAEB4}">
      <dgm:prSet/>
      <dgm:spPr/>
      <dgm:t>
        <a:bodyPr/>
        <a:lstStyle/>
        <a:p>
          <a:endParaRPr lang="en-US"/>
        </a:p>
      </dgm:t>
    </dgm:pt>
    <dgm:pt modelId="{64F4971A-F5E7-4D75-8AC2-CF076FFCADE2}" type="pres">
      <dgm:prSet presAssocID="{EB711652-3B26-4EB1-B8F9-011D5528B122}" presName="root" presStyleCnt="0">
        <dgm:presLayoutVars>
          <dgm:dir/>
          <dgm:resizeHandles val="exact"/>
        </dgm:presLayoutVars>
      </dgm:prSet>
      <dgm:spPr/>
    </dgm:pt>
    <dgm:pt modelId="{D5E99A30-4D64-4CEA-BAB1-DDAC5E7A3445}" type="pres">
      <dgm:prSet presAssocID="{EB711652-3B26-4EB1-B8F9-011D5528B122}" presName="container" presStyleCnt="0">
        <dgm:presLayoutVars>
          <dgm:dir/>
          <dgm:resizeHandles val="exact"/>
        </dgm:presLayoutVars>
      </dgm:prSet>
      <dgm:spPr/>
    </dgm:pt>
    <dgm:pt modelId="{EA3109EF-5811-4B77-8F06-C918255B768E}" type="pres">
      <dgm:prSet presAssocID="{B1947CAF-25DB-44C5-9386-DCEF3F3FE815}" presName="compNode" presStyleCnt="0"/>
      <dgm:spPr/>
    </dgm:pt>
    <dgm:pt modelId="{905F72F9-38D0-48F2-8D92-1137A5D49707}" type="pres">
      <dgm:prSet presAssocID="{B1947CAF-25DB-44C5-9386-DCEF3F3FE815}" presName="iconBgRect" presStyleLbl="bgShp" presStyleIdx="0" presStyleCnt="4"/>
      <dgm:spPr/>
    </dgm:pt>
    <dgm:pt modelId="{298FB443-52C3-4BE0-894C-20792B3E9A81}" type="pres">
      <dgm:prSet presAssocID="{B1947CAF-25DB-44C5-9386-DCEF3F3FE81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CD0E60F-867C-4771-AA35-47EC3C9AC7C8}" type="pres">
      <dgm:prSet presAssocID="{B1947CAF-25DB-44C5-9386-DCEF3F3FE815}" presName="spaceRect" presStyleCnt="0"/>
      <dgm:spPr/>
    </dgm:pt>
    <dgm:pt modelId="{5D05F601-723A-4760-AA24-75AA64E8649C}" type="pres">
      <dgm:prSet presAssocID="{B1947CAF-25DB-44C5-9386-DCEF3F3FE815}" presName="textRect" presStyleLbl="revTx" presStyleIdx="0" presStyleCnt="4">
        <dgm:presLayoutVars>
          <dgm:chMax val="1"/>
          <dgm:chPref val="1"/>
        </dgm:presLayoutVars>
      </dgm:prSet>
      <dgm:spPr/>
    </dgm:pt>
    <dgm:pt modelId="{8896195D-56D3-486C-95AD-7073E587D8A0}" type="pres">
      <dgm:prSet presAssocID="{F99E42C8-5D1E-43C6-8AE3-09A7F146F4A0}" presName="sibTrans" presStyleLbl="sibTrans2D1" presStyleIdx="0" presStyleCnt="0"/>
      <dgm:spPr/>
    </dgm:pt>
    <dgm:pt modelId="{B83892FB-D093-42B3-8963-A7369AB74376}" type="pres">
      <dgm:prSet presAssocID="{2019DBD3-181E-4B96-87FC-29746BF37E18}" presName="compNode" presStyleCnt="0"/>
      <dgm:spPr/>
    </dgm:pt>
    <dgm:pt modelId="{1EF6268A-160F-4ED0-9AE0-C6F287767775}" type="pres">
      <dgm:prSet presAssocID="{2019DBD3-181E-4B96-87FC-29746BF37E18}" presName="iconBgRect" presStyleLbl="bgShp" presStyleIdx="1" presStyleCnt="4"/>
      <dgm:spPr/>
    </dgm:pt>
    <dgm:pt modelId="{3F2D4BE9-7ECD-420F-958B-DF94301D69C1}" type="pres">
      <dgm:prSet presAssocID="{2019DBD3-181E-4B96-87FC-29746BF37E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D6B47EDF-2314-46C8-A26D-BC2B9D34BC38}" type="pres">
      <dgm:prSet presAssocID="{2019DBD3-181E-4B96-87FC-29746BF37E18}" presName="spaceRect" presStyleCnt="0"/>
      <dgm:spPr/>
    </dgm:pt>
    <dgm:pt modelId="{8A5A3B3C-96CF-4A82-B815-0DCC09A70AE5}" type="pres">
      <dgm:prSet presAssocID="{2019DBD3-181E-4B96-87FC-29746BF37E18}" presName="textRect" presStyleLbl="revTx" presStyleIdx="1" presStyleCnt="4">
        <dgm:presLayoutVars>
          <dgm:chMax val="1"/>
          <dgm:chPref val="1"/>
        </dgm:presLayoutVars>
      </dgm:prSet>
      <dgm:spPr/>
    </dgm:pt>
    <dgm:pt modelId="{9575FF06-DC89-46E8-B16F-ADE5624D5864}" type="pres">
      <dgm:prSet presAssocID="{FA5D8E10-E526-4B54-8109-02AB9137017B}" presName="sibTrans" presStyleLbl="sibTrans2D1" presStyleIdx="0" presStyleCnt="0"/>
      <dgm:spPr/>
    </dgm:pt>
    <dgm:pt modelId="{1F1669AC-051E-4709-8187-D034BE71DA3C}" type="pres">
      <dgm:prSet presAssocID="{9EE5DB00-1529-480F-A953-092079CC3ECF}" presName="compNode" presStyleCnt="0"/>
      <dgm:spPr/>
    </dgm:pt>
    <dgm:pt modelId="{FC3F7628-4F8D-481B-8EDB-C4E8DF5D9216}" type="pres">
      <dgm:prSet presAssocID="{9EE5DB00-1529-480F-A953-092079CC3ECF}" presName="iconBgRect" presStyleLbl="bgShp" presStyleIdx="2" presStyleCnt="4"/>
      <dgm:spPr/>
    </dgm:pt>
    <dgm:pt modelId="{664161A3-9466-4E3D-852C-F57EA3198BB5}" type="pres">
      <dgm:prSet presAssocID="{9EE5DB00-1529-480F-A953-092079CC3E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2669E09-55A0-463E-AB90-3DC057DEF7FF}" type="pres">
      <dgm:prSet presAssocID="{9EE5DB00-1529-480F-A953-092079CC3ECF}" presName="spaceRect" presStyleCnt="0"/>
      <dgm:spPr/>
    </dgm:pt>
    <dgm:pt modelId="{78E9CEB6-78FA-48B8-9F65-6DCCC1121AF5}" type="pres">
      <dgm:prSet presAssocID="{9EE5DB00-1529-480F-A953-092079CC3ECF}" presName="textRect" presStyleLbl="revTx" presStyleIdx="2" presStyleCnt="4">
        <dgm:presLayoutVars>
          <dgm:chMax val="1"/>
          <dgm:chPref val="1"/>
        </dgm:presLayoutVars>
      </dgm:prSet>
      <dgm:spPr/>
    </dgm:pt>
    <dgm:pt modelId="{20192077-D2DC-4388-A7EE-AC945FF1D782}" type="pres">
      <dgm:prSet presAssocID="{8C4D12AD-1BA5-4FDC-85C9-7A3494FB312D}" presName="sibTrans" presStyleLbl="sibTrans2D1" presStyleIdx="0" presStyleCnt="0"/>
      <dgm:spPr/>
    </dgm:pt>
    <dgm:pt modelId="{A9A64A0A-9EB6-4292-BDE0-DA28FFD5398B}" type="pres">
      <dgm:prSet presAssocID="{020D0D5F-394E-443B-9C71-AE87E2EABA37}" presName="compNode" presStyleCnt="0"/>
      <dgm:spPr/>
    </dgm:pt>
    <dgm:pt modelId="{E17B612A-6F95-409A-A4F2-77EF00D8D7DA}" type="pres">
      <dgm:prSet presAssocID="{020D0D5F-394E-443B-9C71-AE87E2EABA37}" presName="iconBgRect" presStyleLbl="bgShp" presStyleIdx="3" presStyleCnt="4"/>
      <dgm:spPr/>
    </dgm:pt>
    <dgm:pt modelId="{DFBFA7AC-5010-4A85-8E8D-A3BDA70FF3C2}" type="pres">
      <dgm:prSet presAssocID="{020D0D5F-394E-443B-9C71-AE87E2EABA3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E20C12C-F946-4BA9-B1E8-D92AA033F5C4}" type="pres">
      <dgm:prSet presAssocID="{020D0D5F-394E-443B-9C71-AE87E2EABA37}" presName="spaceRect" presStyleCnt="0"/>
      <dgm:spPr/>
    </dgm:pt>
    <dgm:pt modelId="{B6A0DA44-D0D3-4202-82D2-64299E0D79F4}" type="pres">
      <dgm:prSet presAssocID="{020D0D5F-394E-443B-9C71-AE87E2EABA3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C5C2B03-116C-4981-8D8F-2BC7511C31DF}" type="presOf" srcId="{020D0D5F-394E-443B-9C71-AE87E2EABA37}" destId="{B6A0DA44-D0D3-4202-82D2-64299E0D79F4}" srcOrd="0" destOrd="0" presId="urn:microsoft.com/office/officeart/2018/2/layout/IconCircleList"/>
    <dgm:cxn modelId="{2C743614-9EAB-4530-BC83-E660255272FC}" type="presOf" srcId="{FA5D8E10-E526-4B54-8109-02AB9137017B}" destId="{9575FF06-DC89-46E8-B16F-ADE5624D5864}" srcOrd="0" destOrd="0" presId="urn:microsoft.com/office/officeart/2018/2/layout/IconCircleList"/>
    <dgm:cxn modelId="{1BCFE622-413A-4F7E-AE21-AD6DD4100B42}" type="presOf" srcId="{F99E42C8-5D1E-43C6-8AE3-09A7F146F4A0}" destId="{8896195D-56D3-486C-95AD-7073E587D8A0}" srcOrd="0" destOrd="0" presId="urn:microsoft.com/office/officeart/2018/2/layout/IconCircleList"/>
    <dgm:cxn modelId="{5C4D4627-5642-4DD9-A553-73DFB7DCAEB4}" srcId="{EB711652-3B26-4EB1-B8F9-011D5528B122}" destId="{020D0D5F-394E-443B-9C71-AE87E2EABA37}" srcOrd="3" destOrd="0" parTransId="{1739341A-C95B-4807-B1DA-74182CE23E64}" sibTransId="{4F44C7C3-8A88-4084-BE25-5FC68FB5EAC2}"/>
    <dgm:cxn modelId="{23953D41-B5E1-4D38-9FE6-0A7D4AECECB1}" srcId="{EB711652-3B26-4EB1-B8F9-011D5528B122}" destId="{2019DBD3-181E-4B96-87FC-29746BF37E18}" srcOrd="1" destOrd="0" parTransId="{F4E70940-3705-483B-A3E2-C0C6E8484B24}" sibTransId="{FA5D8E10-E526-4B54-8109-02AB9137017B}"/>
    <dgm:cxn modelId="{6E909146-014B-4838-A228-98DE2B13C38B}" type="presOf" srcId="{EB711652-3B26-4EB1-B8F9-011D5528B122}" destId="{64F4971A-F5E7-4D75-8AC2-CF076FFCADE2}" srcOrd="0" destOrd="0" presId="urn:microsoft.com/office/officeart/2018/2/layout/IconCircleList"/>
    <dgm:cxn modelId="{FD4E986A-BEA0-43ED-8115-052A3F993707}" type="presOf" srcId="{2019DBD3-181E-4B96-87FC-29746BF37E18}" destId="{8A5A3B3C-96CF-4A82-B815-0DCC09A70AE5}" srcOrd="0" destOrd="0" presId="urn:microsoft.com/office/officeart/2018/2/layout/IconCircleList"/>
    <dgm:cxn modelId="{6BAD497D-5E2A-44CB-872A-9B3C51C0EE16}" srcId="{EB711652-3B26-4EB1-B8F9-011D5528B122}" destId="{B1947CAF-25DB-44C5-9386-DCEF3F3FE815}" srcOrd="0" destOrd="0" parTransId="{BE89E305-830A-4CBF-98E5-EF666D3047B6}" sibTransId="{F99E42C8-5D1E-43C6-8AE3-09A7F146F4A0}"/>
    <dgm:cxn modelId="{E3BFF18B-28FC-4CB5-BA65-E5271AD963D9}" type="presOf" srcId="{8C4D12AD-1BA5-4FDC-85C9-7A3494FB312D}" destId="{20192077-D2DC-4388-A7EE-AC945FF1D782}" srcOrd="0" destOrd="0" presId="urn:microsoft.com/office/officeart/2018/2/layout/IconCircleList"/>
    <dgm:cxn modelId="{D3526FA2-5FA8-46F8-9C7B-93909E031456}" srcId="{EB711652-3B26-4EB1-B8F9-011D5528B122}" destId="{9EE5DB00-1529-480F-A953-092079CC3ECF}" srcOrd="2" destOrd="0" parTransId="{8261551F-7D50-42B8-BACD-E3F837EE3A02}" sibTransId="{8C4D12AD-1BA5-4FDC-85C9-7A3494FB312D}"/>
    <dgm:cxn modelId="{586818BE-1674-4FC5-B251-06CACF371D1D}" type="presOf" srcId="{B1947CAF-25DB-44C5-9386-DCEF3F3FE815}" destId="{5D05F601-723A-4760-AA24-75AA64E8649C}" srcOrd="0" destOrd="0" presId="urn:microsoft.com/office/officeart/2018/2/layout/IconCircleList"/>
    <dgm:cxn modelId="{32AE98E7-0271-4C79-8DCB-178FACBFD134}" type="presOf" srcId="{9EE5DB00-1529-480F-A953-092079CC3ECF}" destId="{78E9CEB6-78FA-48B8-9F65-6DCCC1121AF5}" srcOrd="0" destOrd="0" presId="urn:microsoft.com/office/officeart/2018/2/layout/IconCircleList"/>
    <dgm:cxn modelId="{43E9C979-2C94-4B85-8B12-CEC1521A7F76}" type="presParOf" srcId="{64F4971A-F5E7-4D75-8AC2-CF076FFCADE2}" destId="{D5E99A30-4D64-4CEA-BAB1-DDAC5E7A3445}" srcOrd="0" destOrd="0" presId="urn:microsoft.com/office/officeart/2018/2/layout/IconCircleList"/>
    <dgm:cxn modelId="{2368149A-6E0F-4ADB-9A4A-6BFA0E1813FD}" type="presParOf" srcId="{D5E99A30-4D64-4CEA-BAB1-DDAC5E7A3445}" destId="{EA3109EF-5811-4B77-8F06-C918255B768E}" srcOrd="0" destOrd="0" presId="urn:microsoft.com/office/officeart/2018/2/layout/IconCircleList"/>
    <dgm:cxn modelId="{3DD3853A-41D2-40CC-A639-685883234317}" type="presParOf" srcId="{EA3109EF-5811-4B77-8F06-C918255B768E}" destId="{905F72F9-38D0-48F2-8D92-1137A5D49707}" srcOrd="0" destOrd="0" presId="urn:microsoft.com/office/officeart/2018/2/layout/IconCircleList"/>
    <dgm:cxn modelId="{63C1D1F1-CE81-4B2B-B396-6856864D703C}" type="presParOf" srcId="{EA3109EF-5811-4B77-8F06-C918255B768E}" destId="{298FB443-52C3-4BE0-894C-20792B3E9A81}" srcOrd="1" destOrd="0" presId="urn:microsoft.com/office/officeart/2018/2/layout/IconCircleList"/>
    <dgm:cxn modelId="{5DE1310D-79DA-463C-9406-002BDF7FB65E}" type="presParOf" srcId="{EA3109EF-5811-4B77-8F06-C918255B768E}" destId="{9CD0E60F-867C-4771-AA35-47EC3C9AC7C8}" srcOrd="2" destOrd="0" presId="urn:microsoft.com/office/officeart/2018/2/layout/IconCircleList"/>
    <dgm:cxn modelId="{B6EFC09E-76E0-438C-8EA0-65A2A7B7DD2A}" type="presParOf" srcId="{EA3109EF-5811-4B77-8F06-C918255B768E}" destId="{5D05F601-723A-4760-AA24-75AA64E8649C}" srcOrd="3" destOrd="0" presId="urn:microsoft.com/office/officeart/2018/2/layout/IconCircleList"/>
    <dgm:cxn modelId="{3397F76B-EEE7-4875-BCC2-2E4ABCE2CF79}" type="presParOf" srcId="{D5E99A30-4D64-4CEA-BAB1-DDAC5E7A3445}" destId="{8896195D-56D3-486C-95AD-7073E587D8A0}" srcOrd="1" destOrd="0" presId="urn:microsoft.com/office/officeart/2018/2/layout/IconCircleList"/>
    <dgm:cxn modelId="{C6D3E936-AE3F-45A7-8F02-5B80EC910720}" type="presParOf" srcId="{D5E99A30-4D64-4CEA-BAB1-DDAC5E7A3445}" destId="{B83892FB-D093-42B3-8963-A7369AB74376}" srcOrd="2" destOrd="0" presId="urn:microsoft.com/office/officeart/2018/2/layout/IconCircleList"/>
    <dgm:cxn modelId="{CACF44F4-234A-4FAE-ABEE-79F0E6039FCF}" type="presParOf" srcId="{B83892FB-D093-42B3-8963-A7369AB74376}" destId="{1EF6268A-160F-4ED0-9AE0-C6F287767775}" srcOrd="0" destOrd="0" presId="urn:microsoft.com/office/officeart/2018/2/layout/IconCircleList"/>
    <dgm:cxn modelId="{2A5E1FC4-E782-4D96-99FE-54B369B3461E}" type="presParOf" srcId="{B83892FB-D093-42B3-8963-A7369AB74376}" destId="{3F2D4BE9-7ECD-420F-958B-DF94301D69C1}" srcOrd="1" destOrd="0" presId="urn:microsoft.com/office/officeart/2018/2/layout/IconCircleList"/>
    <dgm:cxn modelId="{73AA4CCD-1702-4F7F-8304-5DAE87F48566}" type="presParOf" srcId="{B83892FB-D093-42B3-8963-A7369AB74376}" destId="{D6B47EDF-2314-46C8-A26D-BC2B9D34BC38}" srcOrd="2" destOrd="0" presId="urn:microsoft.com/office/officeart/2018/2/layout/IconCircleList"/>
    <dgm:cxn modelId="{E1EA2E55-5126-4BA6-9015-A60A3A12282F}" type="presParOf" srcId="{B83892FB-D093-42B3-8963-A7369AB74376}" destId="{8A5A3B3C-96CF-4A82-B815-0DCC09A70AE5}" srcOrd="3" destOrd="0" presId="urn:microsoft.com/office/officeart/2018/2/layout/IconCircleList"/>
    <dgm:cxn modelId="{E72E97CC-6C38-43AB-8C65-3EEDB27B1131}" type="presParOf" srcId="{D5E99A30-4D64-4CEA-BAB1-DDAC5E7A3445}" destId="{9575FF06-DC89-46E8-B16F-ADE5624D5864}" srcOrd="3" destOrd="0" presId="urn:microsoft.com/office/officeart/2018/2/layout/IconCircleList"/>
    <dgm:cxn modelId="{510A72B4-547F-4888-93C2-1B05C70D1C5D}" type="presParOf" srcId="{D5E99A30-4D64-4CEA-BAB1-DDAC5E7A3445}" destId="{1F1669AC-051E-4709-8187-D034BE71DA3C}" srcOrd="4" destOrd="0" presId="urn:microsoft.com/office/officeart/2018/2/layout/IconCircleList"/>
    <dgm:cxn modelId="{6A17C5F5-03A7-466F-B6B5-191ACC1AD530}" type="presParOf" srcId="{1F1669AC-051E-4709-8187-D034BE71DA3C}" destId="{FC3F7628-4F8D-481B-8EDB-C4E8DF5D9216}" srcOrd="0" destOrd="0" presId="urn:microsoft.com/office/officeart/2018/2/layout/IconCircleList"/>
    <dgm:cxn modelId="{766EA2D0-1902-41C8-9EFF-C2ADC3E1FA42}" type="presParOf" srcId="{1F1669AC-051E-4709-8187-D034BE71DA3C}" destId="{664161A3-9466-4E3D-852C-F57EA3198BB5}" srcOrd="1" destOrd="0" presId="urn:microsoft.com/office/officeart/2018/2/layout/IconCircleList"/>
    <dgm:cxn modelId="{2978EEA5-702A-4D78-B0D4-58D3056292D1}" type="presParOf" srcId="{1F1669AC-051E-4709-8187-D034BE71DA3C}" destId="{E2669E09-55A0-463E-AB90-3DC057DEF7FF}" srcOrd="2" destOrd="0" presId="urn:microsoft.com/office/officeart/2018/2/layout/IconCircleList"/>
    <dgm:cxn modelId="{DE161021-E484-48DA-BC67-FF2C2A88E33E}" type="presParOf" srcId="{1F1669AC-051E-4709-8187-D034BE71DA3C}" destId="{78E9CEB6-78FA-48B8-9F65-6DCCC1121AF5}" srcOrd="3" destOrd="0" presId="urn:microsoft.com/office/officeart/2018/2/layout/IconCircleList"/>
    <dgm:cxn modelId="{4E20D64D-1D8A-4C38-AF58-6ED6BB32FF41}" type="presParOf" srcId="{D5E99A30-4D64-4CEA-BAB1-DDAC5E7A3445}" destId="{20192077-D2DC-4388-A7EE-AC945FF1D782}" srcOrd="5" destOrd="0" presId="urn:microsoft.com/office/officeart/2018/2/layout/IconCircleList"/>
    <dgm:cxn modelId="{C22A9497-C288-4AD6-8BB6-A95D4BAC67F5}" type="presParOf" srcId="{D5E99A30-4D64-4CEA-BAB1-DDAC5E7A3445}" destId="{A9A64A0A-9EB6-4292-BDE0-DA28FFD5398B}" srcOrd="6" destOrd="0" presId="urn:microsoft.com/office/officeart/2018/2/layout/IconCircleList"/>
    <dgm:cxn modelId="{DDB1BE4C-723C-467E-90C0-EC215DDF37F2}" type="presParOf" srcId="{A9A64A0A-9EB6-4292-BDE0-DA28FFD5398B}" destId="{E17B612A-6F95-409A-A4F2-77EF00D8D7DA}" srcOrd="0" destOrd="0" presId="urn:microsoft.com/office/officeart/2018/2/layout/IconCircleList"/>
    <dgm:cxn modelId="{49B5F7DA-0021-4154-BFF1-9D24037CE2C1}" type="presParOf" srcId="{A9A64A0A-9EB6-4292-BDE0-DA28FFD5398B}" destId="{DFBFA7AC-5010-4A85-8E8D-A3BDA70FF3C2}" srcOrd="1" destOrd="0" presId="urn:microsoft.com/office/officeart/2018/2/layout/IconCircleList"/>
    <dgm:cxn modelId="{BF633BCD-985C-41CE-B09D-8C157481BBE4}" type="presParOf" srcId="{A9A64A0A-9EB6-4292-BDE0-DA28FFD5398B}" destId="{7E20C12C-F946-4BA9-B1E8-D92AA033F5C4}" srcOrd="2" destOrd="0" presId="urn:microsoft.com/office/officeart/2018/2/layout/IconCircleList"/>
    <dgm:cxn modelId="{4731EF03-F90A-4C4C-85B4-1A00B8017579}" type="presParOf" srcId="{A9A64A0A-9EB6-4292-BDE0-DA28FFD5398B}" destId="{B6A0DA44-D0D3-4202-82D2-64299E0D79F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693182B-7622-49BB-8D74-16FC9D56EEDB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8BA9CF-502B-491D-9B09-C393A078D60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Final investment candidates selected based on superior composite scores across valuation, profitability, risk, and income parameters.</a:t>
          </a:r>
        </a:p>
      </dgm:t>
    </dgm:pt>
    <dgm:pt modelId="{17183DB6-FE7F-4545-A11B-1E88918C8ED2}" type="parTrans" cxnId="{4B5B53EF-E1A8-460B-8B97-E3E57F07D1EB}">
      <dgm:prSet/>
      <dgm:spPr/>
      <dgm:t>
        <a:bodyPr/>
        <a:lstStyle/>
        <a:p>
          <a:endParaRPr lang="en-US"/>
        </a:p>
      </dgm:t>
    </dgm:pt>
    <dgm:pt modelId="{FD7A97DC-24DF-4C5E-B952-2A022B63988C}" type="sibTrans" cxnId="{4B5B53EF-E1A8-460B-8B97-E3E57F07D1E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490506C-C7AC-43DE-B43D-DDADA86354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Selected companies exhibit strong operating fundamentals, manageable leverage, and stable cash-flow generation.</a:t>
          </a:r>
        </a:p>
      </dgm:t>
    </dgm:pt>
    <dgm:pt modelId="{5AE82019-A47D-4D34-B637-FC5B9D1AAE0D}" type="parTrans" cxnId="{9C35C0D8-78C2-4201-87BE-51B242C9DA55}">
      <dgm:prSet/>
      <dgm:spPr/>
      <dgm:t>
        <a:bodyPr/>
        <a:lstStyle/>
        <a:p>
          <a:endParaRPr lang="en-US"/>
        </a:p>
      </dgm:t>
    </dgm:pt>
    <dgm:pt modelId="{36C5CA82-AE56-4990-A5B9-A72E11A321A7}" type="sibTrans" cxnId="{9C35C0D8-78C2-4201-87BE-51B242C9DA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1D4990-8885-4FB8-AF48-F133CC9C16B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Valuations remain reasonable relative to sector peers, providing a favourable risk–reward profile.</a:t>
          </a:r>
        </a:p>
      </dgm:t>
    </dgm:pt>
    <dgm:pt modelId="{1065A8C0-BC1E-4DA9-944A-518D1B98EAC3}" type="parTrans" cxnId="{F712AD0A-ED0F-4818-A8E2-5B4C1193F097}">
      <dgm:prSet/>
      <dgm:spPr/>
      <dgm:t>
        <a:bodyPr/>
        <a:lstStyle/>
        <a:p>
          <a:endParaRPr lang="en-US"/>
        </a:p>
      </dgm:t>
    </dgm:pt>
    <dgm:pt modelId="{38A17C4E-5F1E-4D4C-9114-16B408043EFA}" type="sibTrans" cxnId="{F712AD0A-ED0F-4818-A8E2-5B4C1193F0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A06BDB-26EC-4C7D-BF9C-CCFC2DF4824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Long-term earnings visibility supported by regulated operations, PPAs, and sector tailwinds.</a:t>
          </a:r>
        </a:p>
      </dgm:t>
    </dgm:pt>
    <dgm:pt modelId="{C9C1370D-9710-413B-B956-19E5F2660816}" type="parTrans" cxnId="{042E38DE-FEF9-4507-8835-45E77A8956D7}">
      <dgm:prSet/>
      <dgm:spPr/>
      <dgm:t>
        <a:bodyPr/>
        <a:lstStyle/>
        <a:p>
          <a:endParaRPr lang="en-US"/>
        </a:p>
      </dgm:t>
    </dgm:pt>
    <dgm:pt modelId="{CFEBDF56-F885-45FA-8764-E46471F390B3}" type="sibTrans" cxnId="{042E38DE-FEF9-4507-8835-45E77A8956D7}">
      <dgm:prSet/>
      <dgm:spPr/>
      <dgm:t>
        <a:bodyPr/>
        <a:lstStyle/>
        <a:p>
          <a:endParaRPr lang="en-US"/>
        </a:p>
      </dgm:t>
    </dgm:pt>
    <dgm:pt modelId="{D3367122-04A9-451B-811B-9EB46A640F0D}" type="pres">
      <dgm:prSet presAssocID="{8693182B-7622-49BB-8D74-16FC9D56EEDB}" presName="root" presStyleCnt="0">
        <dgm:presLayoutVars>
          <dgm:dir/>
          <dgm:resizeHandles val="exact"/>
        </dgm:presLayoutVars>
      </dgm:prSet>
      <dgm:spPr/>
    </dgm:pt>
    <dgm:pt modelId="{2834648B-FE46-4B26-A172-8102CE91B0C7}" type="pres">
      <dgm:prSet presAssocID="{958BA9CF-502B-491D-9B09-C393A078D60E}" presName="compNode" presStyleCnt="0"/>
      <dgm:spPr/>
    </dgm:pt>
    <dgm:pt modelId="{0623996B-B64F-4229-BA40-9495CB4A50DD}" type="pres">
      <dgm:prSet presAssocID="{958BA9CF-502B-491D-9B09-C393A078D60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FCB69E5-D8A3-4588-8175-0E4211CC8419}" type="pres">
      <dgm:prSet presAssocID="{958BA9CF-502B-491D-9B09-C393A078D6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D7289630-D111-4D78-A3D5-8DC6668F2356}" type="pres">
      <dgm:prSet presAssocID="{958BA9CF-502B-491D-9B09-C393A078D60E}" presName="spaceRect" presStyleCnt="0"/>
      <dgm:spPr/>
    </dgm:pt>
    <dgm:pt modelId="{13ECCB2B-562B-41F2-A40C-D471445AA7A7}" type="pres">
      <dgm:prSet presAssocID="{958BA9CF-502B-491D-9B09-C393A078D60E}" presName="textRect" presStyleLbl="revTx" presStyleIdx="0" presStyleCnt="4">
        <dgm:presLayoutVars>
          <dgm:chMax val="1"/>
          <dgm:chPref val="1"/>
        </dgm:presLayoutVars>
      </dgm:prSet>
      <dgm:spPr/>
    </dgm:pt>
    <dgm:pt modelId="{CC5BA90D-B188-46CF-ABDE-2A1DF12D2B1B}" type="pres">
      <dgm:prSet presAssocID="{FD7A97DC-24DF-4C5E-B952-2A022B63988C}" presName="sibTrans" presStyleCnt="0"/>
      <dgm:spPr/>
    </dgm:pt>
    <dgm:pt modelId="{54091A8E-0E45-4A22-97E5-B959BBB5F82D}" type="pres">
      <dgm:prSet presAssocID="{C490506C-C7AC-43DE-B43D-DDADA8635484}" presName="compNode" presStyleCnt="0"/>
      <dgm:spPr/>
    </dgm:pt>
    <dgm:pt modelId="{2B31317A-50D7-4D96-8B8E-686702A50187}" type="pres">
      <dgm:prSet presAssocID="{C490506C-C7AC-43DE-B43D-DDADA8635484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F9B3350-9C9A-4852-8AF6-99E2DBD1702D}" type="pres">
      <dgm:prSet presAssocID="{C490506C-C7AC-43DE-B43D-DDADA86354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FF3EC93-924B-41E9-B6B7-3DADF2265287}" type="pres">
      <dgm:prSet presAssocID="{C490506C-C7AC-43DE-B43D-DDADA8635484}" presName="spaceRect" presStyleCnt="0"/>
      <dgm:spPr/>
    </dgm:pt>
    <dgm:pt modelId="{8443D824-68BD-443E-8127-EAA27D6B3680}" type="pres">
      <dgm:prSet presAssocID="{C490506C-C7AC-43DE-B43D-DDADA8635484}" presName="textRect" presStyleLbl="revTx" presStyleIdx="1" presStyleCnt="4">
        <dgm:presLayoutVars>
          <dgm:chMax val="1"/>
          <dgm:chPref val="1"/>
        </dgm:presLayoutVars>
      </dgm:prSet>
      <dgm:spPr/>
    </dgm:pt>
    <dgm:pt modelId="{455742EF-9891-49C1-9D5A-D340619A8FA0}" type="pres">
      <dgm:prSet presAssocID="{36C5CA82-AE56-4990-A5B9-A72E11A321A7}" presName="sibTrans" presStyleCnt="0"/>
      <dgm:spPr/>
    </dgm:pt>
    <dgm:pt modelId="{DD2C9E9E-4AC5-47E1-80D2-0968E7A45F59}" type="pres">
      <dgm:prSet presAssocID="{6E1D4990-8885-4FB8-AF48-F133CC9C16B7}" presName="compNode" presStyleCnt="0"/>
      <dgm:spPr/>
    </dgm:pt>
    <dgm:pt modelId="{1874D1EF-566E-4524-972E-F2AE65BAA999}" type="pres">
      <dgm:prSet presAssocID="{6E1D4990-8885-4FB8-AF48-F133CC9C16B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E0796D9-DEBC-4851-923A-3EC55A35356B}" type="pres">
      <dgm:prSet presAssocID="{6E1D4990-8885-4FB8-AF48-F133CC9C16B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B38517A1-C469-4C77-86CB-3CE1D9472B3F}" type="pres">
      <dgm:prSet presAssocID="{6E1D4990-8885-4FB8-AF48-F133CC9C16B7}" presName="spaceRect" presStyleCnt="0"/>
      <dgm:spPr/>
    </dgm:pt>
    <dgm:pt modelId="{5889E704-E44C-46FA-94A8-5D4C0BA4BFEA}" type="pres">
      <dgm:prSet presAssocID="{6E1D4990-8885-4FB8-AF48-F133CC9C16B7}" presName="textRect" presStyleLbl="revTx" presStyleIdx="2" presStyleCnt="4">
        <dgm:presLayoutVars>
          <dgm:chMax val="1"/>
          <dgm:chPref val="1"/>
        </dgm:presLayoutVars>
      </dgm:prSet>
      <dgm:spPr/>
    </dgm:pt>
    <dgm:pt modelId="{F5BF237F-29AB-4708-920B-CF15F726162E}" type="pres">
      <dgm:prSet presAssocID="{38A17C4E-5F1E-4D4C-9114-16B408043EFA}" presName="sibTrans" presStyleCnt="0"/>
      <dgm:spPr/>
    </dgm:pt>
    <dgm:pt modelId="{C8A1E552-4598-4742-83ED-7D55535F6705}" type="pres">
      <dgm:prSet presAssocID="{27A06BDB-26EC-4C7D-BF9C-CCFC2DF4824D}" presName="compNode" presStyleCnt="0"/>
      <dgm:spPr/>
    </dgm:pt>
    <dgm:pt modelId="{90AFB350-69B8-45A5-84FB-B85883535512}" type="pres">
      <dgm:prSet presAssocID="{27A06BDB-26EC-4C7D-BF9C-CCFC2DF4824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9558FC6-9C50-4F17-BAE5-222ADD0F3411}" type="pres">
      <dgm:prSet presAssocID="{27A06BDB-26EC-4C7D-BF9C-CCFC2DF4824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ACAD3866-AAAE-4F8A-B302-8E0CDBE55198}" type="pres">
      <dgm:prSet presAssocID="{27A06BDB-26EC-4C7D-BF9C-CCFC2DF4824D}" presName="spaceRect" presStyleCnt="0"/>
      <dgm:spPr/>
    </dgm:pt>
    <dgm:pt modelId="{E72F8D56-DC87-40B0-8606-EF5F15C64EB3}" type="pres">
      <dgm:prSet presAssocID="{27A06BDB-26EC-4C7D-BF9C-CCFC2DF4824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679AA06-D876-48FC-9BD3-BF372016C2C7}" type="presOf" srcId="{27A06BDB-26EC-4C7D-BF9C-CCFC2DF4824D}" destId="{E72F8D56-DC87-40B0-8606-EF5F15C64EB3}" srcOrd="0" destOrd="0" presId="urn:microsoft.com/office/officeart/2018/5/layout/IconLeafLabelList"/>
    <dgm:cxn modelId="{F712AD0A-ED0F-4818-A8E2-5B4C1193F097}" srcId="{8693182B-7622-49BB-8D74-16FC9D56EEDB}" destId="{6E1D4990-8885-4FB8-AF48-F133CC9C16B7}" srcOrd="2" destOrd="0" parTransId="{1065A8C0-BC1E-4DA9-944A-518D1B98EAC3}" sibTransId="{38A17C4E-5F1E-4D4C-9114-16B408043EFA}"/>
    <dgm:cxn modelId="{836FCA25-97D6-4BF7-97FA-B7FCBD467388}" type="presOf" srcId="{958BA9CF-502B-491D-9B09-C393A078D60E}" destId="{13ECCB2B-562B-41F2-A40C-D471445AA7A7}" srcOrd="0" destOrd="0" presId="urn:microsoft.com/office/officeart/2018/5/layout/IconLeafLabelList"/>
    <dgm:cxn modelId="{E1578740-641D-4EE3-B72D-1A2391DA7DE1}" type="presOf" srcId="{8693182B-7622-49BB-8D74-16FC9D56EEDB}" destId="{D3367122-04A9-451B-811B-9EB46A640F0D}" srcOrd="0" destOrd="0" presId="urn:microsoft.com/office/officeart/2018/5/layout/IconLeafLabelList"/>
    <dgm:cxn modelId="{8537DB6A-C2EB-48C5-BFA8-45DFA1F49109}" type="presOf" srcId="{6E1D4990-8885-4FB8-AF48-F133CC9C16B7}" destId="{5889E704-E44C-46FA-94A8-5D4C0BA4BFEA}" srcOrd="0" destOrd="0" presId="urn:microsoft.com/office/officeart/2018/5/layout/IconLeafLabelList"/>
    <dgm:cxn modelId="{58F2E86B-B59E-4EAB-9887-9C78E5C267B4}" type="presOf" srcId="{C490506C-C7AC-43DE-B43D-DDADA8635484}" destId="{8443D824-68BD-443E-8127-EAA27D6B3680}" srcOrd="0" destOrd="0" presId="urn:microsoft.com/office/officeart/2018/5/layout/IconLeafLabelList"/>
    <dgm:cxn modelId="{9C35C0D8-78C2-4201-87BE-51B242C9DA55}" srcId="{8693182B-7622-49BB-8D74-16FC9D56EEDB}" destId="{C490506C-C7AC-43DE-B43D-DDADA8635484}" srcOrd="1" destOrd="0" parTransId="{5AE82019-A47D-4D34-B637-FC5B9D1AAE0D}" sibTransId="{36C5CA82-AE56-4990-A5B9-A72E11A321A7}"/>
    <dgm:cxn modelId="{042E38DE-FEF9-4507-8835-45E77A8956D7}" srcId="{8693182B-7622-49BB-8D74-16FC9D56EEDB}" destId="{27A06BDB-26EC-4C7D-BF9C-CCFC2DF4824D}" srcOrd="3" destOrd="0" parTransId="{C9C1370D-9710-413B-B956-19E5F2660816}" sibTransId="{CFEBDF56-F885-45FA-8764-E46471F390B3}"/>
    <dgm:cxn modelId="{4B5B53EF-E1A8-460B-8B97-E3E57F07D1EB}" srcId="{8693182B-7622-49BB-8D74-16FC9D56EEDB}" destId="{958BA9CF-502B-491D-9B09-C393A078D60E}" srcOrd="0" destOrd="0" parTransId="{17183DB6-FE7F-4545-A11B-1E88918C8ED2}" sibTransId="{FD7A97DC-24DF-4C5E-B952-2A022B63988C}"/>
    <dgm:cxn modelId="{51713150-FEC2-40DE-AA69-F56C1ECCF497}" type="presParOf" srcId="{D3367122-04A9-451B-811B-9EB46A640F0D}" destId="{2834648B-FE46-4B26-A172-8102CE91B0C7}" srcOrd="0" destOrd="0" presId="urn:microsoft.com/office/officeart/2018/5/layout/IconLeafLabelList"/>
    <dgm:cxn modelId="{764B43E6-3DCC-4843-ADB2-637FCCD6CAC3}" type="presParOf" srcId="{2834648B-FE46-4B26-A172-8102CE91B0C7}" destId="{0623996B-B64F-4229-BA40-9495CB4A50DD}" srcOrd="0" destOrd="0" presId="urn:microsoft.com/office/officeart/2018/5/layout/IconLeafLabelList"/>
    <dgm:cxn modelId="{95630703-57BB-4131-BDD9-A3828976C332}" type="presParOf" srcId="{2834648B-FE46-4B26-A172-8102CE91B0C7}" destId="{0FCB69E5-D8A3-4588-8175-0E4211CC8419}" srcOrd="1" destOrd="0" presId="urn:microsoft.com/office/officeart/2018/5/layout/IconLeafLabelList"/>
    <dgm:cxn modelId="{42507C33-36B4-4FFD-B129-9D7793CEABCC}" type="presParOf" srcId="{2834648B-FE46-4B26-A172-8102CE91B0C7}" destId="{D7289630-D111-4D78-A3D5-8DC6668F2356}" srcOrd="2" destOrd="0" presId="urn:microsoft.com/office/officeart/2018/5/layout/IconLeafLabelList"/>
    <dgm:cxn modelId="{D8DC906C-260A-481F-B1F6-B65AAB213C5D}" type="presParOf" srcId="{2834648B-FE46-4B26-A172-8102CE91B0C7}" destId="{13ECCB2B-562B-41F2-A40C-D471445AA7A7}" srcOrd="3" destOrd="0" presId="urn:microsoft.com/office/officeart/2018/5/layout/IconLeafLabelList"/>
    <dgm:cxn modelId="{91D5CF14-F908-4675-B815-8A403734933C}" type="presParOf" srcId="{D3367122-04A9-451B-811B-9EB46A640F0D}" destId="{CC5BA90D-B188-46CF-ABDE-2A1DF12D2B1B}" srcOrd="1" destOrd="0" presId="urn:microsoft.com/office/officeart/2018/5/layout/IconLeafLabelList"/>
    <dgm:cxn modelId="{09966C13-5856-4DC1-AC7F-241F1372410D}" type="presParOf" srcId="{D3367122-04A9-451B-811B-9EB46A640F0D}" destId="{54091A8E-0E45-4A22-97E5-B959BBB5F82D}" srcOrd="2" destOrd="0" presId="urn:microsoft.com/office/officeart/2018/5/layout/IconLeafLabelList"/>
    <dgm:cxn modelId="{87614BB6-04E0-4F0A-A570-54BA5B4B3E20}" type="presParOf" srcId="{54091A8E-0E45-4A22-97E5-B959BBB5F82D}" destId="{2B31317A-50D7-4D96-8B8E-686702A50187}" srcOrd="0" destOrd="0" presId="urn:microsoft.com/office/officeart/2018/5/layout/IconLeafLabelList"/>
    <dgm:cxn modelId="{D4F61CD2-FDF2-4DC7-AAAE-2EE27D320FD5}" type="presParOf" srcId="{54091A8E-0E45-4A22-97E5-B959BBB5F82D}" destId="{AF9B3350-9C9A-4852-8AF6-99E2DBD1702D}" srcOrd="1" destOrd="0" presId="urn:microsoft.com/office/officeart/2018/5/layout/IconLeafLabelList"/>
    <dgm:cxn modelId="{C77ADE45-0E22-49DA-ABE3-535692E6C033}" type="presParOf" srcId="{54091A8E-0E45-4A22-97E5-B959BBB5F82D}" destId="{2FF3EC93-924B-41E9-B6B7-3DADF2265287}" srcOrd="2" destOrd="0" presId="urn:microsoft.com/office/officeart/2018/5/layout/IconLeafLabelList"/>
    <dgm:cxn modelId="{344B3C3A-8200-4C4B-A592-63257F3C2EFC}" type="presParOf" srcId="{54091A8E-0E45-4A22-97E5-B959BBB5F82D}" destId="{8443D824-68BD-443E-8127-EAA27D6B3680}" srcOrd="3" destOrd="0" presId="urn:microsoft.com/office/officeart/2018/5/layout/IconLeafLabelList"/>
    <dgm:cxn modelId="{0B5C2C2B-8C99-409B-87C1-21F0D5019567}" type="presParOf" srcId="{D3367122-04A9-451B-811B-9EB46A640F0D}" destId="{455742EF-9891-49C1-9D5A-D340619A8FA0}" srcOrd="3" destOrd="0" presId="urn:microsoft.com/office/officeart/2018/5/layout/IconLeafLabelList"/>
    <dgm:cxn modelId="{887A4693-F531-47E8-BF05-1572C129A4AF}" type="presParOf" srcId="{D3367122-04A9-451B-811B-9EB46A640F0D}" destId="{DD2C9E9E-4AC5-47E1-80D2-0968E7A45F59}" srcOrd="4" destOrd="0" presId="urn:microsoft.com/office/officeart/2018/5/layout/IconLeafLabelList"/>
    <dgm:cxn modelId="{818261D3-142B-4C2A-A969-6642F97B6F8A}" type="presParOf" srcId="{DD2C9E9E-4AC5-47E1-80D2-0968E7A45F59}" destId="{1874D1EF-566E-4524-972E-F2AE65BAA999}" srcOrd="0" destOrd="0" presId="urn:microsoft.com/office/officeart/2018/5/layout/IconLeafLabelList"/>
    <dgm:cxn modelId="{AE524C08-EFB7-4BCB-B34A-9ABE716F31EC}" type="presParOf" srcId="{DD2C9E9E-4AC5-47E1-80D2-0968E7A45F59}" destId="{DE0796D9-DEBC-4851-923A-3EC55A35356B}" srcOrd="1" destOrd="0" presId="urn:microsoft.com/office/officeart/2018/5/layout/IconLeafLabelList"/>
    <dgm:cxn modelId="{B5886792-D4C7-4B93-98F4-2FDB66CED4CE}" type="presParOf" srcId="{DD2C9E9E-4AC5-47E1-80D2-0968E7A45F59}" destId="{B38517A1-C469-4C77-86CB-3CE1D9472B3F}" srcOrd="2" destOrd="0" presId="urn:microsoft.com/office/officeart/2018/5/layout/IconLeafLabelList"/>
    <dgm:cxn modelId="{8563F7EF-047E-467C-B8A9-FA8E18C103ED}" type="presParOf" srcId="{DD2C9E9E-4AC5-47E1-80D2-0968E7A45F59}" destId="{5889E704-E44C-46FA-94A8-5D4C0BA4BFEA}" srcOrd="3" destOrd="0" presId="urn:microsoft.com/office/officeart/2018/5/layout/IconLeafLabelList"/>
    <dgm:cxn modelId="{AF79B6C0-AA63-4DAA-A0C6-709D7C01FDD4}" type="presParOf" srcId="{D3367122-04A9-451B-811B-9EB46A640F0D}" destId="{F5BF237F-29AB-4708-920B-CF15F726162E}" srcOrd="5" destOrd="0" presId="urn:microsoft.com/office/officeart/2018/5/layout/IconLeafLabelList"/>
    <dgm:cxn modelId="{0924DA6C-5B82-4605-9B18-7C2F5C6021B5}" type="presParOf" srcId="{D3367122-04A9-451B-811B-9EB46A640F0D}" destId="{C8A1E552-4598-4742-83ED-7D55535F6705}" srcOrd="6" destOrd="0" presId="urn:microsoft.com/office/officeart/2018/5/layout/IconLeafLabelList"/>
    <dgm:cxn modelId="{5E8B0A17-A43D-46F2-A78F-6DD0CCEBEED4}" type="presParOf" srcId="{C8A1E552-4598-4742-83ED-7D55535F6705}" destId="{90AFB350-69B8-45A5-84FB-B85883535512}" srcOrd="0" destOrd="0" presId="urn:microsoft.com/office/officeart/2018/5/layout/IconLeafLabelList"/>
    <dgm:cxn modelId="{D19B9536-E6D3-45F4-AEAD-D4438DBBC635}" type="presParOf" srcId="{C8A1E552-4598-4742-83ED-7D55535F6705}" destId="{B9558FC6-9C50-4F17-BAE5-222ADD0F3411}" srcOrd="1" destOrd="0" presId="urn:microsoft.com/office/officeart/2018/5/layout/IconLeafLabelList"/>
    <dgm:cxn modelId="{EE05B17D-DB9D-44BA-9500-A419CE0F0934}" type="presParOf" srcId="{C8A1E552-4598-4742-83ED-7D55535F6705}" destId="{ACAD3866-AAAE-4F8A-B302-8E0CDBE55198}" srcOrd="2" destOrd="0" presId="urn:microsoft.com/office/officeart/2018/5/layout/IconLeafLabelList"/>
    <dgm:cxn modelId="{E1EA0481-E010-48B7-8CAC-5E3B22CDE2CA}" type="presParOf" srcId="{C8A1E552-4598-4742-83ED-7D55535F6705}" destId="{E72F8D56-DC87-40B0-8606-EF5F15C64EB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016D2F3-023D-4185-939F-0B555EF883B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99A5DB-6F28-4858-9577-196BACE86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Certain companies were excluded from the final investment list due to weak financial and risk profiles.</a:t>
          </a:r>
        </a:p>
      </dgm:t>
    </dgm:pt>
    <dgm:pt modelId="{84CF511B-F3DC-4C3C-B1DA-A87764E4D34B}" type="parTrans" cxnId="{6CD2886A-8EC3-4601-B2CC-C9BC86FA0621}">
      <dgm:prSet/>
      <dgm:spPr/>
      <dgm:t>
        <a:bodyPr/>
        <a:lstStyle/>
        <a:p>
          <a:endParaRPr lang="en-US"/>
        </a:p>
      </dgm:t>
    </dgm:pt>
    <dgm:pt modelId="{799540D1-5A9E-4DCD-89D1-AE66982227C3}" type="sibTrans" cxnId="{6CD2886A-8EC3-4601-B2CC-C9BC86FA0621}">
      <dgm:prSet/>
      <dgm:spPr/>
      <dgm:t>
        <a:bodyPr/>
        <a:lstStyle/>
        <a:p>
          <a:endParaRPr lang="en-US"/>
        </a:p>
      </dgm:t>
    </dgm:pt>
    <dgm:pt modelId="{E13860F9-D353-42EB-9154-3891F6A011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concerns include high leverage, negative or weak interest coverage, and inconsistent profitability.</a:t>
          </a:r>
        </a:p>
      </dgm:t>
    </dgm:pt>
    <dgm:pt modelId="{C2EDAFC8-4B7C-448E-9C71-D9246E1009AB}" type="parTrans" cxnId="{1C37758E-85F7-42AD-BBEA-4DC1C4E37436}">
      <dgm:prSet/>
      <dgm:spPr/>
      <dgm:t>
        <a:bodyPr/>
        <a:lstStyle/>
        <a:p>
          <a:endParaRPr lang="en-US"/>
        </a:p>
      </dgm:t>
    </dgm:pt>
    <dgm:pt modelId="{C2306FCB-143D-4932-B85B-4C439ABC4819}" type="sibTrans" cxnId="{1C37758E-85F7-42AD-BBEA-4DC1C4E37436}">
      <dgm:prSet/>
      <dgm:spPr/>
      <dgm:t>
        <a:bodyPr/>
        <a:lstStyle/>
        <a:p>
          <a:endParaRPr lang="en-US"/>
        </a:p>
      </dgm:t>
    </dgm:pt>
    <dgm:pt modelId="{9A9699C2-E4A6-4FDC-BF84-A2B27897FA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Elevated exposure to SEBs, regulatory uncertainty, and execution risk further impacts investment attractiveness.</a:t>
          </a:r>
        </a:p>
      </dgm:t>
    </dgm:pt>
    <dgm:pt modelId="{7A5F21C3-35EA-4180-A8B2-66E702361D62}" type="parTrans" cxnId="{46462687-CFED-49EE-AE1E-721A633006D8}">
      <dgm:prSet/>
      <dgm:spPr/>
      <dgm:t>
        <a:bodyPr/>
        <a:lstStyle/>
        <a:p>
          <a:endParaRPr lang="en-US"/>
        </a:p>
      </dgm:t>
    </dgm:pt>
    <dgm:pt modelId="{C23E00C4-4A70-40DA-A12A-697D0A0DC425}" type="sibTrans" cxnId="{46462687-CFED-49EE-AE1E-721A633006D8}">
      <dgm:prSet/>
      <dgm:spPr/>
      <dgm:t>
        <a:bodyPr/>
        <a:lstStyle/>
        <a:p>
          <a:endParaRPr lang="en-US"/>
        </a:p>
      </dgm:t>
    </dgm:pt>
    <dgm:pt modelId="{E32A1C7C-E7E2-4C82-8CBB-9233DA918C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Despite sector relevance, these companies currently do not meet the required risk–return criteria for investment.</a:t>
          </a:r>
        </a:p>
      </dgm:t>
    </dgm:pt>
    <dgm:pt modelId="{BAE861F1-7274-4549-AE8D-7E1B0F36D392}" type="parTrans" cxnId="{7792C013-1C7E-4C72-A19E-E3DB6C044561}">
      <dgm:prSet/>
      <dgm:spPr/>
      <dgm:t>
        <a:bodyPr/>
        <a:lstStyle/>
        <a:p>
          <a:endParaRPr lang="en-US"/>
        </a:p>
      </dgm:t>
    </dgm:pt>
    <dgm:pt modelId="{0E7FAF86-3E98-46F4-B99A-D4ECE9C0BEAC}" type="sibTrans" cxnId="{7792C013-1C7E-4C72-A19E-E3DB6C044561}">
      <dgm:prSet/>
      <dgm:spPr/>
      <dgm:t>
        <a:bodyPr/>
        <a:lstStyle/>
        <a:p>
          <a:endParaRPr lang="en-US"/>
        </a:p>
      </dgm:t>
    </dgm:pt>
    <dgm:pt modelId="{440B2D04-DA99-48C3-B606-4FA7F62F4C0C}" type="pres">
      <dgm:prSet presAssocID="{D016D2F3-023D-4185-939F-0B555EF883B4}" presName="root" presStyleCnt="0">
        <dgm:presLayoutVars>
          <dgm:dir/>
          <dgm:resizeHandles val="exact"/>
        </dgm:presLayoutVars>
      </dgm:prSet>
      <dgm:spPr/>
    </dgm:pt>
    <dgm:pt modelId="{E7498FBA-CF1C-48AC-91D9-3C29531B0433}" type="pres">
      <dgm:prSet presAssocID="{C999A5DB-6F28-4858-9577-196BACE8632F}" presName="compNode" presStyleCnt="0"/>
      <dgm:spPr/>
    </dgm:pt>
    <dgm:pt modelId="{8B4D543E-7B22-497F-9833-894ED388079E}" type="pres">
      <dgm:prSet presAssocID="{C999A5DB-6F28-4858-9577-196BACE863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DC3B161B-D4EE-4435-9D26-A81BEFC5A8B9}" type="pres">
      <dgm:prSet presAssocID="{C999A5DB-6F28-4858-9577-196BACE8632F}" presName="spaceRect" presStyleCnt="0"/>
      <dgm:spPr/>
    </dgm:pt>
    <dgm:pt modelId="{4BE80981-706D-4D80-872C-655A3100D6DC}" type="pres">
      <dgm:prSet presAssocID="{C999A5DB-6F28-4858-9577-196BACE8632F}" presName="textRect" presStyleLbl="revTx" presStyleIdx="0" presStyleCnt="4">
        <dgm:presLayoutVars>
          <dgm:chMax val="1"/>
          <dgm:chPref val="1"/>
        </dgm:presLayoutVars>
      </dgm:prSet>
      <dgm:spPr/>
    </dgm:pt>
    <dgm:pt modelId="{1C628709-4AB4-4D48-820D-649FDD11249F}" type="pres">
      <dgm:prSet presAssocID="{799540D1-5A9E-4DCD-89D1-AE66982227C3}" presName="sibTrans" presStyleCnt="0"/>
      <dgm:spPr/>
    </dgm:pt>
    <dgm:pt modelId="{DC7301C0-6C5B-4403-B387-4950A3953CAB}" type="pres">
      <dgm:prSet presAssocID="{E13860F9-D353-42EB-9154-3891F6A01100}" presName="compNode" presStyleCnt="0"/>
      <dgm:spPr/>
    </dgm:pt>
    <dgm:pt modelId="{CAE13BC8-88F2-412E-9136-3C4E91B99D28}" type="pres">
      <dgm:prSet presAssocID="{E13860F9-D353-42EB-9154-3891F6A0110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33EA4BA-5CC6-4E47-BFC6-F2C07536A80D}" type="pres">
      <dgm:prSet presAssocID="{E13860F9-D353-42EB-9154-3891F6A01100}" presName="spaceRect" presStyleCnt="0"/>
      <dgm:spPr/>
    </dgm:pt>
    <dgm:pt modelId="{C59A7C20-ACCF-475F-B2B5-6B004989BBED}" type="pres">
      <dgm:prSet presAssocID="{E13860F9-D353-42EB-9154-3891F6A01100}" presName="textRect" presStyleLbl="revTx" presStyleIdx="1" presStyleCnt="4">
        <dgm:presLayoutVars>
          <dgm:chMax val="1"/>
          <dgm:chPref val="1"/>
        </dgm:presLayoutVars>
      </dgm:prSet>
      <dgm:spPr/>
    </dgm:pt>
    <dgm:pt modelId="{2D2C81A6-8057-4B3A-A028-664E5709A3A5}" type="pres">
      <dgm:prSet presAssocID="{C2306FCB-143D-4932-B85B-4C439ABC4819}" presName="sibTrans" presStyleCnt="0"/>
      <dgm:spPr/>
    </dgm:pt>
    <dgm:pt modelId="{A583C1E7-BEA2-42C4-96C5-AE2395675E63}" type="pres">
      <dgm:prSet presAssocID="{9A9699C2-E4A6-4FDC-BF84-A2B27897FAA9}" presName="compNode" presStyleCnt="0"/>
      <dgm:spPr/>
    </dgm:pt>
    <dgm:pt modelId="{A3188941-BC8F-46EC-A17E-7D5376C6AD07}" type="pres">
      <dgm:prSet presAssocID="{9A9699C2-E4A6-4FDC-BF84-A2B27897FA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488427EA-48D8-4654-8EB1-A86F0B69268B}" type="pres">
      <dgm:prSet presAssocID="{9A9699C2-E4A6-4FDC-BF84-A2B27897FAA9}" presName="spaceRect" presStyleCnt="0"/>
      <dgm:spPr/>
    </dgm:pt>
    <dgm:pt modelId="{14767F18-D9C2-401C-A93D-FB56978406E8}" type="pres">
      <dgm:prSet presAssocID="{9A9699C2-E4A6-4FDC-BF84-A2B27897FAA9}" presName="textRect" presStyleLbl="revTx" presStyleIdx="2" presStyleCnt="4">
        <dgm:presLayoutVars>
          <dgm:chMax val="1"/>
          <dgm:chPref val="1"/>
        </dgm:presLayoutVars>
      </dgm:prSet>
      <dgm:spPr/>
    </dgm:pt>
    <dgm:pt modelId="{41756A07-3C49-474E-8680-990D458ED63F}" type="pres">
      <dgm:prSet presAssocID="{C23E00C4-4A70-40DA-A12A-697D0A0DC425}" presName="sibTrans" presStyleCnt="0"/>
      <dgm:spPr/>
    </dgm:pt>
    <dgm:pt modelId="{70CF40B5-E9F6-4337-A8E2-C06EA1FCE190}" type="pres">
      <dgm:prSet presAssocID="{E32A1C7C-E7E2-4C82-8CBB-9233DA918C46}" presName="compNode" presStyleCnt="0"/>
      <dgm:spPr/>
    </dgm:pt>
    <dgm:pt modelId="{444590FB-6FE4-4E03-8A63-B8E1C7FB99A8}" type="pres">
      <dgm:prSet presAssocID="{E32A1C7C-E7E2-4C82-8CBB-9233DA918C4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3443EF9C-B6C6-46BA-96F5-1070FB7706EC}" type="pres">
      <dgm:prSet presAssocID="{E32A1C7C-E7E2-4C82-8CBB-9233DA918C46}" presName="spaceRect" presStyleCnt="0"/>
      <dgm:spPr/>
    </dgm:pt>
    <dgm:pt modelId="{34AC3FDA-FC35-4EE0-8A36-66515D0228B6}" type="pres">
      <dgm:prSet presAssocID="{E32A1C7C-E7E2-4C82-8CBB-9233DA918C4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792C013-1C7E-4C72-A19E-E3DB6C044561}" srcId="{D016D2F3-023D-4185-939F-0B555EF883B4}" destId="{E32A1C7C-E7E2-4C82-8CBB-9233DA918C46}" srcOrd="3" destOrd="0" parTransId="{BAE861F1-7274-4549-AE8D-7E1B0F36D392}" sibTransId="{0E7FAF86-3E98-46F4-B99A-D4ECE9C0BEAC}"/>
    <dgm:cxn modelId="{0107E22B-98BE-4E93-A6FD-1870A2CF82E9}" type="presOf" srcId="{9A9699C2-E4A6-4FDC-BF84-A2B27897FAA9}" destId="{14767F18-D9C2-401C-A93D-FB56978406E8}" srcOrd="0" destOrd="0" presId="urn:microsoft.com/office/officeart/2018/2/layout/IconLabelList"/>
    <dgm:cxn modelId="{6CD2886A-8EC3-4601-B2CC-C9BC86FA0621}" srcId="{D016D2F3-023D-4185-939F-0B555EF883B4}" destId="{C999A5DB-6F28-4858-9577-196BACE8632F}" srcOrd="0" destOrd="0" parTransId="{84CF511B-F3DC-4C3C-B1DA-A87764E4D34B}" sibTransId="{799540D1-5A9E-4DCD-89D1-AE66982227C3}"/>
    <dgm:cxn modelId="{46462687-CFED-49EE-AE1E-721A633006D8}" srcId="{D016D2F3-023D-4185-939F-0B555EF883B4}" destId="{9A9699C2-E4A6-4FDC-BF84-A2B27897FAA9}" srcOrd="2" destOrd="0" parTransId="{7A5F21C3-35EA-4180-A8B2-66E702361D62}" sibTransId="{C23E00C4-4A70-40DA-A12A-697D0A0DC425}"/>
    <dgm:cxn modelId="{1C37758E-85F7-42AD-BBEA-4DC1C4E37436}" srcId="{D016D2F3-023D-4185-939F-0B555EF883B4}" destId="{E13860F9-D353-42EB-9154-3891F6A01100}" srcOrd="1" destOrd="0" parTransId="{C2EDAFC8-4B7C-448E-9C71-D9246E1009AB}" sibTransId="{C2306FCB-143D-4932-B85B-4C439ABC4819}"/>
    <dgm:cxn modelId="{2F3A4EB1-775E-48BE-A864-E4DCF191961D}" type="presOf" srcId="{E13860F9-D353-42EB-9154-3891F6A01100}" destId="{C59A7C20-ACCF-475F-B2B5-6B004989BBED}" srcOrd="0" destOrd="0" presId="urn:microsoft.com/office/officeart/2018/2/layout/IconLabelList"/>
    <dgm:cxn modelId="{2761ADB3-D499-467B-A852-1F1E2DE20F5A}" type="presOf" srcId="{E32A1C7C-E7E2-4C82-8CBB-9233DA918C46}" destId="{34AC3FDA-FC35-4EE0-8A36-66515D0228B6}" srcOrd="0" destOrd="0" presId="urn:microsoft.com/office/officeart/2018/2/layout/IconLabelList"/>
    <dgm:cxn modelId="{715D4AE0-FA8E-46CF-B02A-349365BE6DAF}" type="presOf" srcId="{D016D2F3-023D-4185-939F-0B555EF883B4}" destId="{440B2D04-DA99-48C3-B606-4FA7F62F4C0C}" srcOrd="0" destOrd="0" presId="urn:microsoft.com/office/officeart/2018/2/layout/IconLabelList"/>
    <dgm:cxn modelId="{3B4F99E8-9FD5-4A0F-A709-95904D7A29AC}" type="presOf" srcId="{C999A5DB-6F28-4858-9577-196BACE8632F}" destId="{4BE80981-706D-4D80-872C-655A3100D6DC}" srcOrd="0" destOrd="0" presId="urn:microsoft.com/office/officeart/2018/2/layout/IconLabelList"/>
    <dgm:cxn modelId="{5AD6C2C5-B072-4BC2-9032-1803939EDF3C}" type="presParOf" srcId="{440B2D04-DA99-48C3-B606-4FA7F62F4C0C}" destId="{E7498FBA-CF1C-48AC-91D9-3C29531B0433}" srcOrd="0" destOrd="0" presId="urn:microsoft.com/office/officeart/2018/2/layout/IconLabelList"/>
    <dgm:cxn modelId="{D3118DB2-E866-48E9-B0D0-730EA5FACE8B}" type="presParOf" srcId="{E7498FBA-CF1C-48AC-91D9-3C29531B0433}" destId="{8B4D543E-7B22-497F-9833-894ED388079E}" srcOrd="0" destOrd="0" presId="urn:microsoft.com/office/officeart/2018/2/layout/IconLabelList"/>
    <dgm:cxn modelId="{E70896F9-6D79-4207-BE3F-7E77EB0B3622}" type="presParOf" srcId="{E7498FBA-CF1C-48AC-91D9-3C29531B0433}" destId="{DC3B161B-D4EE-4435-9D26-A81BEFC5A8B9}" srcOrd="1" destOrd="0" presId="urn:microsoft.com/office/officeart/2018/2/layout/IconLabelList"/>
    <dgm:cxn modelId="{43D0B6B4-AD8D-4F54-A7EB-E5A1DBACA842}" type="presParOf" srcId="{E7498FBA-CF1C-48AC-91D9-3C29531B0433}" destId="{4BE80981-706D-4D80-872C-655A3100D6DC}" srcOrd="2" destOrd="0" presId="urn:microsoft.com/office/officeart/2018/2/layout/IconLabelList"/>
    <dgm:cxn modelId="{075DE87A-8DD2-4882-BA01-8116B7A92BC5}" type="presParOf" srcId="{440B2D04-DA99-48C3-B606-4FA7F62F4C0C}" destId="{1C628709-4AB4-4D48-820D-649FDD11249F}" srcOrd="1" destOrd="0" presId="urn:microsoft.com/office/officeart/2018/2/layout/IconLabelList"/>
    <dgm:cxn modelId="{1536B6CE-9171-4782-91F1-A60B2222DB52}" type="presParOf" srcId="{440B2D04-DA99-48C3-B606-4FA7F62F4C0C}" destId="{DC7301C0-6C5B-4403-B387-4950A3953CAB}" srcOrd="2" destOrd="0" presId="urn:microsoft.com/office/officeart/2018/2/layout/IconLabelList"/>
    <dgm:cxn modelId="{C1F9DD0C-2041-481A-A776-F88A3C3F59C8}" type="presParOf" srcId="{DC7301C0-6C5B-4403-B387-4950A3953CAB}" destId="{CAE13BC8-88F2-412E-9136-3C4E91B99D28}" srcOrd="0" destOrd="0" presId="urn:microsoft.com/office/officeart/2018/2/layout/IconLabelList"/>
    <dgm:cxn modelId="{FE6CD352-84EB-4543-919C-28325D5E5AA2}" type="presParOf" srcId="{DC7301C0-6C5B-4403-B387-4950A3953CAB}" destId="{F33EA4BA-5CC6-4E47-BFC6-F2C07536A80D}" srcOrd="1" destOrd="0" presId="urn:microsoft.com/office/officeart/2018/2/layout/IconLabelList"/>
    <dgm:cxn modelId="{CC5332E7-ACB0-4806-AA6F-89CDF2DFD1E7}" type="presParOf" srcId="{DC7301C0-6C5B-4403-B387-4950A3953CAB}" destId="{C59A7C20-ACCF-475F-B2B5-6B004989BBED}" srcOrd="2" destOrd="0" presId="urn:microsoft.com/office/officeart/2018/2/layout/IconLabelList"/>
    <dgm:cxn modelId="{6A294557-5E18-4BAE-BE00-8F6869FFDCFE}" type="presParOf" srcId="{440B2D04-DA99-48C3-B606-4FA7F62F4C0C}" destId="{2D2C81A6-8057-4B3A-A028-664E5709A3A5}" srcOrd="3" destOrd="0" presId="urn:microsoft.com/office/officeart/2018/2/layout/IconLabelList"/>
    <dgm:cxn modelId="{AF0853D1-07EE-4147-A8CB-15D73FEB69F9}" type="presParOf" srcId="{440B2D04-DA99-48C3-B606-4FA7F62F4C0C}" destId="{A583C1E7-BEA2-42C4-96C5-AE2395675E63}" srcOrd="4" destOrd="0" presId="urn:microsoft.com/office/officeart/2018/2/layout/IconLabelList"/>
    <dgm:cxn modelId="{CA7A4661-881A-44E7-95E3-058190EB1748}" type="presParOf" srcId="{A583C1E7-BEA2-42C4-96C5-AE2395675E63}" destId="{A3188941-BC8F-46EC-A17E-7D5376C6AD07}" srcOrd="0" destOrd="0" presId="urn:microsoft.com/office/officeart/2018/2/layout/IconLabelList"/>
    <dgm:cxn modelId="{94244E35-64B1-4EC3-848B-CF7FFD65315F}" type="presParOf" srcId="{A583C1E7-BEA2-42C4-96C5-AE2395675E63}" destId="{488427EA-48D8-4654-8EB1-A86F0B69268B}" srcOrd="1" destOrd="0" presId="urn:microsoft.com/office/officeart/2018/2/layout/IconLabelList"/>
    <dgm:cxn modelId="{9C3F596F-B4AC-408E-B395-F4D02BE84DB0}" type="presParOf" srcId="{A583C1E7-BEA2-42C4-96C5-AE2395675E63}" destId="{14767F18-D9C2-401C-A93D-FB56978406E8}" srcOrd="2" destOrd="0" presId="urn:microsoft.com/office/officeart/2018/2/layout/IconLabelList"/>
    <dgm:cxn modelId="{D2CE152B-3DED-4B8B-845B-63E961224FDB}" type="presParOf" srcId="{440B2D04-DA99-48C3-B606-4FA7F62F4C0C}" destId="{41756A07-3C49-474E-8680-990D458ED63F}" srcOrd="5" destOrd="0" presId="urn:microsoft.com/office/officeart/2018/2/layout/IconLabelList"/>
    <dgm:cxn modelId="{07FFBF46-00D1-47DF-9EC9-D0CB9715B69F}" type="presParOf" srcId="{440B2D04-DA99-48C3-B606-4FA7F62F4C0C}" destId="{70CF40B5-E9F6-4337-A8E2-C06EA1FCE190}" srcOrd="6" destOrd="0" presId="urn:microsoft.com/office/officeart/2018/2/layout/IconLabelList"/>
    <dgm:cxn modelId="{3192DD9E-61E4-4BBD-BEA1-2EB702BD1F67}" type="presParOf" srcId="{70CF40B5-E9F6-4337-A8E2-C06EA1FCE190}" destId="{444590FB-6FE4-4E03-8A63-B8E1C7FB99A8}" srcOrd="0" destOrd="0" presId="urn:microsoft.com/office/officeart/2018/2/layout/IconLabelList"/>
    <dgm:cxn modelId="{97BB9BFB-164C-4E3C-B4D4-001532E2EE77}" type="presParOf" srcId="{70CF40B5-E9F6-4337-A8E2-C06EA1FCE190}" destId="{3443EF9C-B6C6-46BA-96F5-1070FB7706EC}" srcOrd="1" destOrd="0" presId="urn:microsoft.com/office/officeart/2018/2/layout/IconLabelList"/>
    <dgm:cxn modelId="{38699A66-A3BF-4EBB-8B3A-AB3BCE810F4C}" type="presParOf" srcId="{70CF40B5-E9F6-4337-A8E2-C06EA1FCE190}" destId="{34AC3FDA-FC35-4EE0-8A36-66515D0228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7181D94-6C40-4A99-A1D6-6C59F674771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93820CA-7978-402F-AF7E-EE94B24F6BF3}">
      <dgm:prSet/>
      <dgm:spPr/>
      <dgm:t>
        <a:bodyPr/>
        <a:lstStyle/>
        <a:p>
          <a:r>
            <a:rPr lang="en-US"/>
            <a:t>Regulatory &amp; Policy Risk: Changes in tariff regulations, renewable policies, or gas pricing mechanisms may impact earnings visibility.</a:t>
          </a:r>
        </a:p>
      </dgm:t>
    </dgm:pt>
    <dgm:pt modelId="{36C937D8-1C9A-4A91-BD1C-9576FF7DB932}" type="parTrans" cxnId="{2B9A0411-5DDB-432E-B2FC-C82DAAAE34D8}">
      <dgm:prSet/>
      <dgm:spPr/>
      <dgm:t>
        <a:bodyPr/>
        <a:lstStyle/>
        <a:p>
          <a:endParaRPr lang="en-US"/>
        </a:p>
      </dgm:t>
    </dgm:pt>
    <dgm:pt modelId="{2F331725-BBDF-4FD1-B513-0D426292640C}" type="sibTrans" cxnId="{2B9A0411-5DDB-432E-B2FC-C82DAAAE34D8}">
      <dgm:prSet/>
      <dgm:spPr/>
      <dgm:t>
        <a:bodyPr/>
        <a:lstStyle/>
        <a:p>
          <a:endParaRPr lang="en-US"/>
        </a:p>
      </dgm:t>
    </dgm:pt>
    <dgm:pt modelId="{F75D30DF-2F05-4D0B-8A61-F50778AD1182}">
      <dgm:prSet/>
      <dgm:spPr/>
      <dgm:t>
        <a:bodyPr/>
        <a:lstStyle/>
        <a:p>
          <a:r>
            <a:rPr lang="en-US"/>
            <a:t>SEB Counterparty Risk: Delays in payments from State Electricity Boards can affect cash flows and working capital cycles.</a:t>
          </a:r>
        </a:p>
      </dgm:t>
    </dgm:pt>
    <dgm:pt modelId="{E7D34E73-C3D9-459C-89E2-53F40CA569A7}" type="parTrans" cxnId="{B9159C36-003F-45FA-8D6A-A481A62DFDEA}">
      <dgm:prSet/>
      <dgm:spPr/>
      <dgm:t>
        <a:bodyPr/>
        <a:lstStyle/>
        <a:p>
          <a:endParaRPr lang="en-US"/>
        </a:p>
      </dgm:t>
    </dgm:pt>
    <dgm:pt modelId="{5795ACE8-C847-4B2C-B0F6-7B9AEB8D6FA1}" type="sibTrans" cxnId="{B9159C36-003F-45FA-8D6A-A481A62DFDEA}">
      <dgm:prSet/>
      <dgm:spPr/>
      <dgm:t>
        <a:bodyPr/>
        <a:lstStyle/>
        <a:p>
          <a:endParaRPr lang="en-US"/>
        </a:p>
      </dgm:t>
    </dgm:pt>
    <dgm:pt modelId="{92C0BB04-1BAD-4B08-839B-1CE9755F71E1}">
      <dgm:prSet/>
      <dgm:spPr/>
      <dgm:t>
        <a:bodyPr/>
        <a:lstStyle/>
        <a:p>
          <a:r>
            <a:rPr lang="en-US"/>
            <a:t>Fuel &amp; Input Cost Risk: Volatility in coal, gas, or fuel availability may pressure margins where cost pass-through is limited.</a:t>
          </a:r>
        </a:p>
      </dgm:t>
    </dgm:pt>
    <dgm:pt modelId="{74034BE0-6F40-42A8-8453-0372B900D87D}" type="parTrans" cxnId="{A7E36056-9CFB-42E1-A06B-4295DE7B541D}">
      <dgm:prSet/>
      <dgm:spPr/>
      <dgm:t>
        <a:bodyPr/>
        <a:lstStyle/>
        <a:p>
          <a:endParaRPr lang="en-US"/>
        </a:p>
      </dgm:t>
    </dgm:pt>
    <dgm:pt modelId="{E0867D1D-B011-411E-9B72-75499155E25D}" type="sibTrans" cxnId="{A7E36056-9CFB-42E1-A06B-4295DE7B541D}">
      <dgm:prSet/>
      <dgm:spPr/>
      <dgm:t>
        <a:bodyPr/>
        <a:lstStyle/>
        <a:p>
          <a:endParaRPr lang="en-US"/>
        </a:p>
      </dgm:t>
    </dgm:pt>
    <dgm:pt modelId="{FABD8D7B-586D-4E9C-9AAC-AF06A8B0EA0B}">
      <dgm:prSet/>
      <dgm:spPr/>
      <dgm:t>
        <a:bodyPr/>
        <a:lstStyle/>
        <a:p>
          <a:r>
            <a:rPr lang="en-US"/>
            <a:t>Interest Rate &amp; Financing Risk: Rising interest rates can increase borrowing costs and impact leveraged utilities.</a:t>
          </a:r>
        </a:p>
      </dgm:t>
    </dgm:pt>
    <dgm:pt modelId="{FAC40109-7A69-4B54-827F-AB117FB3C822}" type="parTrans" cxnId="{D9D7ACF3-2CF9-4C4F-968D-633498EF58BA}">
      <dgm:prSet/>
      <dgm:spPr/>
      <dgm:t>
        <a:bodyPr/>
        <a:lstStyle/>
        <a:p>
          <a:endParaRPr lang="en-US"/>
        </a:p>
      </dgm:t>
    </dgm:pt>
    <dgm:pt modelId="{A3A79923-3018-42A0-80A7-D9989E63D304}" type="sibTrans" cxnId="{D9D7ACF3-2CF9-4C4F-968D-633498EF58BA}">
      <dgm:prSet/>
      <dgm:spPr/>
      <dgm:t>
        <a:bodyPr/>
        <a:lstStyle/>
        <a:p>
          <a:endParaRPr lang="en-US"/>
        </a:p>
      </dgm:t>
    </dgm:pt>
    <dgm:pt modelId="{3D4317D0-1850-4698-8B20-F8612137F731}">
      <dgm:prSet/>
      <dgm:spPr/>
      <dgm:t>
        <a:bodyPr/>
        <a:lstStyle/>
        <a:p>
          <a:r>
            <a:rPr lang="en-US"/>
            <a:t>Execution &amp; Project Risk: Delays in project commissioning or capex overruns may affect expected returns.</a:t>
          </a:r>
        </a:p>
      </dgm:t>
    </dgm:pt>
    <dgm:pt modelId="{14DC0AD8-3A9B-49EF-AE4F-86A67696B474}" type="parTrans" cxnId="{46FA1028-C4EB-4AF0-AAF4-D5BEF9B3F2F9}">
      <dgm:prSet/>
      <dgm:spPr/>
      <dgm:t>
        <a:bodyPr/>
        <a:lstStyle/>
        <a:p>
          <a:endParaRPr lang="en-US"/>
        </a:p>
      </dgm:t>
    </dgm:pt>
    <dgm:pt modelId="{7884220E-7085-4C8F-AC45-27332FA70ADA}" type="sibTrans" cxnId="{46FA1028-C4EB-4AF0-AAF4-D5BEF9B3F2F9}">
      <dgm:prSet/>
      <dgm:spPr/>
      <dgm:t>
        <a:bodyPr/>
        <a:lstStyle/>
        <a:p>
          <a:endParaRPr lang="en-US"/>
        </a:p>
      </dgm:t>
    </dgm:pt>
    <dgm:pt modelId="{9D89FA3F-FA26-48A1-9F91-CF8252A91023}" type="pres">
      <dgm:prSet presAssocID="{77181D94-6C40-4A99-A1D6-6C59F674771F}" presName="linear" presStyleCnt="0">
        <dgm:presLayoutVars>
          <dgm:animLvl val="lvl"/>
          <dgm:resizeHandles val="exact"/>
        </dgm:presLayoutVars>
      </dgm:prSet>
      <dgm:spPr/>
    </dgm:pt>
    <dgm:pt modelId="{4773BFAE-9D76-4E83-AFD8-7FD76489F0F1}" type="pres">
      <dgm:prSet presAssocID="{693820CA-7978-402F-AF7E-EE94B24F6BF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3B80696-511C-494A-9769-901A16F046AD}" type="pres">
      <dgm:prSet presAssocID="{2F331725-BBDF-4FD1-B513-0D426292640C}" presName="spacer" presStyleCnt="0"/>
      <dgm:spPr/>
    </dgm:pt>
    <dgm:pt modelId="{D3706476-06C6-4881-B043-34B8F1CD8E8F}" type="pres">
      <dgm:prSet presAssocID="{F75D30DF-2F05-4D0B-8A61-F50778AD118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F63291B-FF0B-4321-9FE0-2DA4669492B9}" type="pres">
      <dgm:prSet presAssocID="{5795ACE8-C847-4B2C-B0F6-7B9AEB8D6FA1}" presName="spacer" presStyleCnt="0"/>
      <dgm:spPr/>
    </dgm:pt>
    <dgm:pt modelId="{09664175-E950-405D-B683-DAFCAEC9046E}" type="pres">
      <dgm:prSet presAssocID="{92C0BB04-1BAD-4B08-839B-1CE9755F71E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06F58A7-C102-498C-A8C6-F1420523D3FF}" type="pres">
      <dgm:prSet presAssocID="{E0867D1D-B011-411E-9B72-75499155E25D}" presName="spacer" presStyleCnt="0"/>
      <dgm:spPr/>
    </dgm:pt>
    <dgm:pt modelId="{9744C099-7C22-4F63-BA36-85FA00192583}" type="pres">
      <dgm:prSet presAssocID="{FABD8D7B-586D-4E9C-9AAC-AF06A8B0EA0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61A61DD-171F-4ACE-B523-B1171805F7ED}" type="pres">
      <dgm:prSet presAssocID="{A3A79923-3018-42A0-80A7-D9989E63D304}" presName="spacer" presStyleCnt="0"/>
      <dgm:spPr/>
    </dgm:pt>
    <dgm:pt modelId="{FA15446B-582C-4113-B426-9F92DAFD2718}" type="pres">
      <dgm:prSet presAssocID="{3D4317D0-1850-4698-8B20-F8612137F73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B9A0411-5DDB-432E-B2FC-C82DAAAE34D8}" srcId="{77181D94-6C40-4A99-A1D6-6C59F674771F}" destId="{693820CA-7978-402F-AF7E-EE94B24F6BF3}" srcOrd="0" destOrd="0" parTransId="{36C937D8-1C9A-4A91-BD1C-9576FF7DB932}" sibTransId="{2F331725-BBDF-4FD1-B513-0D426292640C}"/>
    <dgm:cxn modelId="{46FA1028-C4EB-4AF0-AAF4-D5BEF9B3F2F9}" srcId="{77181D94-6C40-4A99-A1D6-6C59F674771F}" destId="{3D4317D0-1850-4698-8B20-F8612137F731}" srcOrd="4" destOrd="0" parTransId="{14DC0AD8-3A9B-49EF-AE4F-86A67696B474}" sibTransId="{7884220E-7085-4C8F-AC45-27332FA70ADA}"/>
    <dgm:cxn modelId="{B9159C36-003F-45FA-8D6A-A481A62DFDEA}" srcId="{77181D94-6C40-4A99-A1D6-6C59F674771F}" destId="{F75D30DF-2F05-4D0B-8A61-F50778AD1182}" srcOrd="1" destOrd="0" parTransId="{E7D34E73-C3D9-459C-89E2-53F40CA569A7}" sibTransId="{5795ACE8-C847-4B2C-B0F6-7B9AEB8D6FA1}"/>
    <dgm:cxn modelId="{C9C3B936-C9DA-4D0D-A4F9-7F1E9B87CA66}" type="presOf" srcId="{77181D94-6C40-4A99-A1D6-6C59F674771F}" destId="{9D89FA3F-FA26-48A1-9F91-CF8252A91023}" srcOrd="0" destOrd="0" presId="urn:microsoft.com/office/officeart/2005/8/layout/vList2"/>
    <dgm:cxn modelId="{91031041-4B74-4602-8D96-087FA50A5832}" type="presOf" srcId="{3D4317D0-1850-4698-8B20-F8612137F731}" destId="{FA15446B-582C-4113-B426-9F92DAFD2718}" srcOrd="0" destOrd="0" presId="urn:microsoft.com/office/officeart/2005/8/layout/vList2"/>
    <dgm:cxn modelId="{A7E36056-9CFB-42E1-A06B-4295DE7B541D}" srcId="{77181D94-6C40-4A99-A1D6-6C59F674771F}" destId="{92C0BB04-1BAD-4B08-839B-1CE9755F71E1}" srcOrd="2" destOrd="0" parTransId="{74034BE0-6F40-42A8-8453-0372B900D87D}" sibTransId="{E0867D1D-B011-411E-9B72-75499155E25D}"/>
    <dgm:cxn modelId="{57BCDC56-06C2-4557-9E12-72A64B4ED2DE}" type="presOf" srcId="{FABD8D7B-586D-4E9C-9AAC-AF06A8B0EA0B}" destId="{9744C099-7C22-4F63-BA36-85FA00192583}" srcOrd="0" destOrd="0" presId="urn:microsoft.com/office/officeart/2005/8/layout/vList2"/>
    <dgm:cxn modelId="{544D1584-32CD-4C60-A9EB-9E4B77A117CC}" type="presOf" srcId="{92C0BB04-1BAD-4B08-839B-1CE9755F71E1}" destId="{09664175-E950-405D-B683-DAFCAEC9046E}" srcOrd="0" destOrd="0" presId="urn:microsoft.com/office/officeart/2005/8/layout/vList2"/>
    <dgm:cxn modelId="{47098389-960A-4D5A-9D7E-598EDAD72CAE}" type="presOf" srcId="{F75D30DF-2F05-4D0B-8A61-F50778AD1182}" destId="{D3706476-06C6-4881-B043-34B8F1CD8E8F}" srcOrd="0" destOrd="0" presId="urn:microsoft.com/office/officeart/2005/8/layout/vList2"/>
    <dgm:cxn modelId="{DCD8E8BF-2D4F-4BE7-8879-7FE2B248CA6A}" type="presOf" srcId="{693820CA-7978-402F-AF7E-EE94B24F6BF3}" destId="{4773BFAE-9D76-4E83-AFD8-7FD76489F0F1}" srcOrd="0" destOrd="0" presId="urn:microsoft.com/office/officeart/2005/8/layout/vList2"/>
    <dgm:cxn modelId="{D9D7ACF3-2CF9-4C4F-968D-633498EF58BA}" srcId="{77181D94-6C40-4A99-A1D6-6C59F674771F}" destId="{FABD8D7B-586D-4E9C-9AAC-AF06A8B0EA0B}" srcOrd="3" destOrd="0" parTransId="{FAC40109-7A69-4B54-827F-AB117FB3C822}" sibTransId="{A3A79923-3018-42A0-80A7-D9989E63D304}"/>
    <dgm:cxn modelId="{C368A6A2-8DCB-4FDA-8EB4-79F472B3F37B}" type="presParOf" srcId="{9D89FA3F-FA26-48A1-9F91-CF8252A91023}" destId="{4773BFAE-9D76-4E83-AFD8-7FD76489F0F1}" srcOrd="0" destOrd="0" presId="urn:microsoft.com/office/officeart/2005/8/layout/vList2"/>
    <dgm:cxn modelId="{95537BF6-B085-49F2-BE8E-30BD0E22A357}" type="presParOf" srcId="{9D89FA3F-FA26-48A1-9F91-CF8252A91023}" destId="{03B80696-511C-494A-9769-901A16F046AD}" srcOrd="1" destOrd="0" presId="urn:microsoft.com/office/officeart/2005/8/layout/vList2"/>
    <dgm:cxn modelId="{174F6D81-ABA5-4983-9101-0685D28557BE}" type="presParOf" srcId="{9D89FA3F-FA26-48A1-9F91-CF8252A91023}" destId="{D3706476-06C6-4881-B043-34B8F1CD8E8F}" srcOrd="2" destOrd="0" presId="urn:microsoft.com/office/officeart/2005/8/layout/vList2"/>
    <dgm:cxn modelId="{EEDDC390-0D68-449B-B228-74465DC97AD9}" type="presParOf" srcId="{9D89FA3F-FA26-48A1-9F91-CF8252A91023}" destId="{FF63291B-FF0B-4321-9FE0-2DA4669492B9}" srcOrd="3" destOrd="0" presId="urn:microsoft.com/office/officeart/2005/8/layout/vList2"/>
    <dgm:cxn modelId="{9E2451F2-B943-49A1-A2EC-1A211E4F6440}" type="presParOf" srcId="{9D89FA3F-FA26-48A1-9F91-CF8252A91023}" destId="{09664175-E950-405D-B683-DAFCAEC9046E}" srcOrd="4" destOrd="0" presId="urn:microsoft.com/office/officeart/2005/8/layout/vList2"/>
    <dgm:cxn modelId="{FC822F43-E431-4CBD-8AD0-73999E58D3A1}" type="presParOf" srcId="{9D89FA3F-FA26-48A1-9F91-CF8252A91023}" destId="{106F58A7-C102-498C-A8C6-F1420523D3FF}" srcOrd="5" destOrd="0" presId="urn:microsoft.com/office/officeart/2005/8/layout/vList2"/>
    <dgm:cxn modelId="{9B74769E-5138-44C7-A1BF-03EFBBCD4821}" type="presParOf" srcId="{9D89FA3F-FA26-48A1-9F91-CF8252A91023}" destId="{9744C099-7C22-4F63-BA36-85FA00192583}" srcOrd="6" destOrd="0" presId="urn:microsoft.com/office/officeart/2005/8/layout/vList2"/>
    <dgm:cxn modelId="{AC8D3910-3266-4E61-932F-66FB4D4AF8F7}" type="presParOf" srcId="{9D89FA3F-FA26-48A1-9F91-CF8252A91023}" destId="{C61A61DD-171F-4ACE-B523-B1171805F7ED}" srcOrd="7" destOrd="0" presId="urn:microsoft.com/office/officeart/2005/8/layout/vList2"/>
    <dgm:cxn modelId="{1E3CE7B4-95E4-439A-A087-635A1FCA9E8D}" type="presParOf" srcId="{9D89FA3F-FA26-48A1-9F91-CF8252A91023}" destId="{FA15446B-582C-4113-B426-9F92DAFD271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E4B942A-7C9E-4199-A574-A02A34CEBA0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AA8069F-C7C1-4F80-B5DE-8DCB16A12B34}">
      <dgm:prSet/>
      <dgm:spPr/>
      <dgm:t>
        <a:bodyPr/>
        <a:lstStyle/>
        <a:p>
          <a:r>
            <a:rPr lang="en-US"/>
            <a:t>Based on comprehensive quantitative screening of ~60 listed utilities companies and detailed qualitative assessment, three companies emerge as clear BUY candidates.</a:t>
          </a:r>
        </a:p>
      </dgm:t>
    </dgm:pt>
    <dgm:pt modelId="{BDD1D345-13EF-4F2F-98E1-E1C6BC87CD5A}" type="parTrans" cxnId="{1980B6C0-ADC9-4B42-8E8D-63BC9BB86F5D}">
      <dgm:prSet/>
      <dgm:spPr/>
      <dgm:t>
        <a:bodyPr/>
        <a:lstStyle/>
        <a:p>
          <a:endParaRPr lang="en-US"/>
        </a:p>
      </dgm:t>
    </dgm:pt>
    <dgm:pt modelId="{3EFC539D-A019-42BB-8B7F-EF5F0B1B95C3}" type="sibTrans" cxnId="{1980B6C0-ADC9-4B42-8E8D-63BC9BB86F5D}">
      <dgm:prSet/>
      <dgm:spPr/>
      <dgm:t>
        <a:bodyPr/>
        <a:lstStyle/>
        <a:p>
          <a:endParaRPr lang="en-US"/>
        </a:p>
      </dgm:t>
    </dgm:pt>
    <dgm:pt modelId="{54815D3E-626D-4917-ADC3-C895D00545DB}">
      <dgm:prSet/>
      <dgm:spPr/>
      <dgm:t>
        <a:bodyPr/>
        <a:lstStyle/>
        <a:p>
          <a:r>
            <a:rPr lang="en-US"/>
            <a:t>The BUY-rated companies demonstrate strong operating fundamentals, stable cash-flow generation, and resilient balance-sheet profiles.</a:t>
          </a:r>
        </a:p>
      </dgm:t>
    </dgm:pt>
    <dgm:pt modelId="{647BA300-5A53-4CCB-8C09-7CD833805368}" type="parTrans" cxnId="{AC5DC27D-55CF-46F8-8FB4-C3D276AE9434}">
      <dgm:prSet/>
      <dgm:spPr/>
      <dgm:t>
        <a:bodyPr/>
        <a:lstStyle/>
        <a:p>
          <a:endParaRPr lang="en-US"/>
        </a:p>
      </dgm:t>
    </dgm:pt>
    <dgm:pt modelId="{5913FC3F-D02B-46EF-A993-2C64669EF1C7}" type="sibTrans" cxnId="{AC5DC27D-55CF-46F8-8FB4-C3D276AE9434}">
      <dgm:prSet/>
      <dgm:spPr/>
      <dgm:t>
        <a:bodyPr/>
        <a:lstStyle/>
        <a:p>
          <a:endParaRPr lang="en-US"/>
        </a:p>
      </dgm:t>
    </dgm:pt>
    <dgm:pt modelId="{EF48314E-11FC-44ED-A4EF-5C272411F8D0}">
      <dgm:prSet/>
      <dgm:spPr/>
      <dgm:t>
        <a:bodyPr/>
        <a:lstStyle/>
        <a:p>
          <a:r>
            <a:rPr lang="en-US"/>
            <a:t>Regulated business models, long-term PPAs, and essential-service demand provide high earnings visibility and downside protection.</a:t>
          </a:r>
        </a:p>
      </dgm:t>
    </dgm:pt>
    <dgm:pt modelId="{6250C35B-E171-4F22-955A-10649AE56E54}" type="parTrans" cxnId="{C6EBC21E-876D-4F60-AD9C-A3242164B459}">
      <dgm:prSet/>
      <dgm:spPr/>
      <dgm:t>
        <a:bodyPr/>
        <a:lstStyle/>
        <a:p>
          <a:endParaRPr lang="en-US"/>
        </a:p>
      </dgm:t>
    </dgm:pt>
    <dgm:pt modelId="{E4BA79BE-FBE5-4B71-9778-C5DB1ED335BC}" type="sibTrans" cxnId="{C6EBC21E-876D-4F60-AD9C-A3242164B459}">
      <dgm:prSet/>
      <dgm:spPr/>
      <dgm:t>
        <a:bodyPr/>
        <a:lstStyle/>
        <a:p>
          <a:endParaRPr lang="en-US"/>
        </a:p>
      </dgm:t>
    </dgm:pt>
    <dgm:pt modelId="{EAC91053-A95C-493A-A86A-90C3A1A3A0B8}">
      <dgm:prSet/>
      <dgm:spPr/>
      <dgm:t>
        <a:bodyPr/>
        <a:lstStyle/>
        <a:p>
          <a:r>
            <a:rPr lang="en-US"/>
            <a:t>Valuations remain reasonable relative to sector peers, offering attractive risk-adjusted return potential over the medium to long term.</a:t>
          </a:r>
        </a:p>
      </dgm:t>
    </dgm:pt>
    <dgm:pt modelId="{28FE4CE6-BFFD-48AA-802B-67B57FD8F179}" type="parTrans" cxnId="{EFF978BC-9202-43FC-8075-41F91A090784}">
      <dgm:prSet/>
      <dgm:spPr/>
      <dgm:t>
        <a:bodyPr/>
        <a:lstStyle/>
        <a:p>
          <a:endParaRPr lang="en-US"/>
        </a:p>
      </dgm:t>
    </dgm:pt>
    <dgm:pt modelId="{D69891F3-F908-45CD-866A-D8265FE6D0BF}" type="sibTrans" cxnId="{EFF978BC-9202-43FC-8075-41F91A090784}">
      <dgm:prSet/>
      <dgm:spPr/>
      <dgm:t>
        <a:bodyPr/>
        <a:lstStyle/>
        <a:p>
          <a:endParaRPr lang="en-US"/>
        </a:p>
      </dgm:t>
    </dgm:pt>
    <dgm:pt modelId="{6176FACE-5E53-4EC2-BD42-5F42791020AA}">
      <dgm:prSet/>
      <dgm:spPr/>
      <dgm:t>
        <a:bodyPr/>
        <a:lstStyle/>
        <a:p>
          <a:r>
            <a:rPr lang="en-US"/>
            <a:t>The investment approach remains disciplined and selective, with strict avoidance of highly leveraged, loss-making, or execution-driven business models.</a:t>
          </a:r>
        </a:p>
      </dgm:t>
    </dgm:pt>
    <dgm:pt modelId="{3E0A441D-DB03-47AE-A043-02FF5E03A775}" type="parTrans" cxnId="{12771110-AD03-4390-A4B9-3A31C1979E6C}">
      <dgm:prSet/>
      <dgm:spPr/>
      <dgm:t>
        <a:bodyPr/>
        <a:lstStyle/>
        <a:p>
          <a:endParaRPr lang="en-US"/>
        </a:p>
      </dgm:t>
    </dgm:pt>
    <dgm:pt modelId="{D938B4C8-C1AB-4761-880B-9C9F203C26EA}" type="sibTrans" cxnId="{12771110-AD03-4390-A4B9-3A31C1979E6C}">
      <dgm:prSet/>
      <dgm:spPr/>
      <dgm:t>
        <a:bodyPr/>
        <a:lstStyle/>
        <a:p>
          <a:endParaRPr lang="en-US"/>
        </a:p>
      </dgm:t>
    </dgm:pt>
    <dgm:pt modelId="{7A78D925-2DBF-43FD-89BB-F7C70A15DFE4}" type="pres">
      <dgm:prSet presAssocID="{BE4B942A-7C9E-4199-A574-A02A34CEBA05}" presName="vert0" presStyleCnt="0">
        <dgm:presLayoutVars>
          <dgm:dir/>
          <dgm:animOne val="branch"/>
          <dgm:animLvl val="lvl"/>
        </dgm:presLayoutVars>
      </dgm:prSet>
      <dgm:spPr/>
    </dgm:pt>
    <dgm:pt modelId="{9C96F920-7602-4B17-A0FD-AED004ECE841}" type="pres">
      <dgm:prSet presAssocID="{0AA8069F-C7C1-4F80-B5DE-8DCB16A12B34}" presName="thickLine" presStyleLbl="alignNode1" presStyleIdx="0" presStyleCnt="5"/>
      <dgm:spPr/>
    </dgm:pt>
    <dgm:pt modelId="{5FD53A59-1C5E-4684-B207-C107601932F8}" type="pres">
      <dgm:prSet presAssocID="{0AA8069F-C7C1-4F80-B5DE-8DCB16A12B34}" presName="horz1" presStyleCnt="0"/>
      <dgm:spPr/>
    </dgm:pt>
    <dgm:pt modelId="{3CB4969F-B029-4AB5-8A9D-9AACB5DD1C93}" type="pres">
      <dgm:prSet presAssocID="{0AA8069F-C7C1-4F80-B5DE-8DCB16A12B34}" presName="tx1" presStyleLbl="revTx" presStyleIdx="0" presStyleCnt="5"/>
      <dgm:spPr/>
    </dgm:pt>
    <dgm:pt modelId="{2D0C343F-B983-4967-98C5-A1332607344B}" type="pres">
      <dgm:prSet presAssocID="{0AA8069F-C7C1-4F80-B5DE-8DCB16A12B34}" presName="vert1" presStyleCnt="0"/>
      <dgm:spPr/>
    </dgm:pt>
    <dgm:pt modelId="{4BC5FAC2-D09B-41FF-9EDD-3B86B979F022}" type="pres">
      <dgm:prSet presAssocID="{54815D3E-626D-4917-ADC3-C895D00545DB}" presName="thickLine" presStyleLbl="alignNode1" presStyleIdx="1" presStyleCnt="5"/>
      <dgm:spPr/>
    </dgm:pt>
    <dgm:pt modelId="{35CB6E88-0EF1-4781-BB01-ACD5011D169D}" type="pres">
      <dgm:prSet presAssocID="{54815D3E-626D-4917-ADC3-C895D00545DB}" presName="horz1" presStyleCnt="0"/>
      <dgm:spPr/>
    </dgm:pt>
    <dgm:pt modelId="{040141D7-4AA7-4E76-9051-05DB1DDC192C}" type="pres">
      <dgm:prSet presAssocID="{54815D3E-626D-4917-ADC3-C895D00545DB}" presName="tx1" presStyleLbl="revTx" presStyleIdx="1" presStyleCnt="5"/>
      <dgm:spPr/>
    </dgm:pt>
    <dgm:pt modelId="{2A608AC3-8416-488B-A661-A3A2E2E6A9E9}" type="pres">
      <dgm:prSet presAssocID="{54815D3E-626D-4917-ADC3-C895D00545DB}" presName="vert1" presStyleCnt="0"/>
      <dgm:spPr/>
    </dgm:pt>
    <dgm:pt modelId="{FD279F33-7EBF-41FA-9E5A-662DF16EBED3}" type="pres">
      <dgm:prSet presAssocID="{EF48314E-11FC-44ED-A4EF-5C272411F8D0}" presName="thickLine" presStyleLbl="alignNode1" presStyleIdx="2" presStyleCnt="5"/>
      <dgm:spPr/>
    </dgm:pt>
    <dgm:pt modelId="{C881AC0F-6D35-4016-B399-946D6DCF4907}" type="pres">
      <dgm:prSet presAssocID="{EF48314E-11FC-44ED-A4EF-5C272411F8D0}" presName="horz1" presStyleCnt="0"/>
      <dgm:spPr/>
    </dgm:pt>
    <dgm:pt modelId="{10B479F4-1209-43B7-8E17-8F137613469A}" type="pres">
      <dgm:prSet presAssocID="{EF48314E-11FC-44ED-A4EF-5C272411F8D0}" presName="tx1" presStyleLbl="revTx" presStyleIdx="2" presStyleCnt="5"/>
      <dgm:spPr/>
    </dgm:pt>
    <dgm:pt modelId="{C04E60BA-81C1-4708-87AA-C03B2CE890D1}" type="pres">
      <dgm:prSet presAssocID="{EF48314E-11FC-44ED-A4EF-5C272411F8D0}" presName="vert1" presStyleCnt="0"/>
      <dgm:spPr/>
    </dgm:pt>
    <dgm:pt modelId="{CBC3E773-4B7B-4B21-814D-45C52BD9055E}" type="pres">
      <dgm:prSet presAssocID="{EAC91053-A95C-493A-A86A-90C3A1A3A0B8}" presName="thickLine" presStyleLbl="alignNode1" presStyleIdx="3" presStyleCnt="5"/>
      <dgm:spPr/>
    </dgm:pt>
    <dgm:pt modelId="{A3A45864-5778-4ED8-A12E-70146D0B3787}" type="pres">
      <dgm:prSet presAssocID="{EAC91053-A95C-493A-A86A-90C3A1A3A0B8}" presName="horz1" presStyleCnt="0"/>
      <dgm:spPr/>
    </dgm:pt>
    <dgm:pt modelId="{DD0481CD-070A-44C9-A441-0AD81E89AABF}" type="pres">
      <dgm:prSet presAssocID="{EAC91053-A95C-493A-A86A-90C3A1A3A0B8}" presName="tx1" presStyleLbl="revTx" presStyleIdx="3" presStyleCnt="5"/>
      <dgm:spPr/>
    </dgm:pt>
    <dgm:pt modelId="{E103E12B-BD3A-4631-94D9-37362D809AD3}" type="pres">
      <dgm:prSet presAssocID="{EAC91053-A95C-493A-A86A-90C3A1A3A0B8}" presName="vert1" presStyleCnt="0"/>
      <dgm:spPr/>
    </dgm:pt>
    <dgm:pt modelId="{D70C8B5B-00C7-4B6B-8658-8B74E9F7BEB3}" type="pres">
      <dgm:prSet presAssocID="{6176FACE-5E53-4EC2-BD42-5F42791020AA}" presName="thickLine" presStyleLbl="alignNode1" presStyleIdx="4" presStyleCnt="5"/>
      <dgm:spPr/>
    </dgm:pt>
    <dgm:pt modelId="{D631D542-31FB-4258-B6BE-7CFE2DEE4D7C}" type="pres">
      <dgm:prSet presAssocID="{6176FACE-5E53-4EC2-BD42-5F42791020AA}" presName="horz1" presStyleCnt="0"/>
      <dgm:spPr/>
    </dgm:pt>
    <dgm:pt modelId="{D504BC7F-CDA7-43E3-AAFB-A1175EA3769F}" type="pres">
      <dgm:prSet presAssocID="{6176FACE-5E53-4EC2-BD42-5F42791020AA}" presName="tx1" presStyleLbl="revTx" presStyleIdx="4" presStyleCnt="5"/>
      <dgm:spPr/>
    </dgm:pt>
    <dgm:pt modelId="{AB2F5075-9EBF-4BD3-B176-AF763D24A6B0}" type="pres">
      <dgm:prSet presAssocID="{6176FACE-5E53-4EC2-BD42-5F42791020AA}" presName="vert1" presStyleCnt="0"/>
      <dgm:spPr/>
    </dgm:pt>
  </dgm:ptLst>
  <dgm:cxnLst>
    <dgm:cxn modelId="{12771110-AD03-4390-A4B9-3A31C1979E6C}" srcId="{BE4B942A-7C9E-4199-A574-A02A34CEBA05}" destId="{6176FACE-5E53-4EC2-BD42-5F42791020AA}" srcOrd="4" destOrd="0" parTransId="{3E0A441D-DB03-47AE-A043-02FF5E03A775}" sibTransId="{D938B4C8-C1AB-4761-880B-9C9F203C26EA}"/>
    <dgm:cxn modelId="{05153112-014C-46D7-8FA5-2C359040A3FF}" type="presOf" srcId="{EAC91053-A95C-493A-A86A-90C3A1A3A0B8}" destId="{DD0481CD-070A-44C9-A441-0AD81E89AABF}" srcOrd="0" destOrd="0" presId="urn:microsoft.com/office/officeart/2008/layout/LinedList"/>
    <dgm:cxn modelId="{C6EBC21E-876D-4F60-AD9C-A3242164B459}" srcId="{BE4B942A-7C9E-4199-A574-A02A34CEBA05}" destId="{EF48314E-11FC-44ED-A4EF-5C272411F8D0}" srcOrd="2" destOrd="0" parTransId="{6250C35B-E171-4F22-955A-10649AE56E54}" sibTransId="{E4BA79BE-FBE5-4B71-9778-C5DB1ED335BC}"/>
    <dgm:cxn modelId="{CC28C82E-D874-41E4-B4FD-3046C1BC6586}" type="presOf" srcId="{BE4B942A-7C9E-4199-A574-A02A34CEBA05}" destId="{7A78D925-2DBF-43FD-89BB-F7C70A15DFE4}" srcOrd="0" destOrd="0" presId="urn:microsoft.com/office/officeart/2008/layout/LinedList"/>
    <dgm:cxn modelId="{00337F39-2FCD-416A-8D5D-8898E49C6663}" type="presOf" srcId="{EF48314E-11FC-44ED-A4EF-5C272411F8D0}" destId="{10B479F4-1209-43B7-8E17-8F137613469A}" srcOrd="0" destOrd="0" presId="urn:microsoft.com/office/officeart/2008/layout/LinedList"/>
    <dgm:cxn modelId="{BED48E5A-5A3A-4C6B-B302-29DAC1466322}" type="presOf" srcId="{54815D3E-626D-4917-ADC3-C895D00545DB}" destId="{040141D7-4AA7-4E76-9051-05DB1DDC192C}" srcOrd="0" destOrd="0" presId="urn:microsoft.com/office/officeart/2008/layout/LinedList"/>
    <dgm:cxn modelId="{AC5DC27D-55CF-46F8-8FB4-C3D276AE9434}" srcId="{BE4B942A-7C9E-4199-A574-A02A34CEBA05}" destId="{54815D3E-626D-4917-ADC3-C895D00545DB}" srcOrd="1" destOrd="0" parTransId="{647BA300-5A53-4CCB-8C09-7CD833805368}" sibTransId="{5913FC3F-D02B-46EF-A993-2C64669EF1C7}"/>
    <dgm:cxn modelId="{B3FD6886-C709-466A-BB87-8512C9B7602A}" type="presOf" srcId="{0AA8069F-C7C1-4F80-B5DE-8DCB16A12B34}" destId="{3CB4969F-B029-4AB5-8A9D-9AACB5DD1C93}" srcOrd="0" destOrd="0" presId="urn:microsoft.com/office/officeart/2008/layout/LinedList"/>
    <dgm:cxn modelId="{8ED56692-7D95-45AE-8A16-D04E0342BF3A}" type="presOf" srcId="{6176FACE-5E53-4EC2-BD42-5F42791020AA}" destId="{D504BC7F-CDA7-43E3-AAFB-A1175EA3769F}" srcOrd="0" destOrd="0" presId="urn:microsoft.com/office/officeart/2008/layout/LinedList"/>
    <dgm:cxn modelId="{EFF978BC-9202-43FC-8075-41F91A090784}" srcId="{BE4B942A-7C9E-4199-A574-A02A34CEBA05}" destId="{EAC91053-A95C-493A-A86A-90C3A1A3A0B8}" srcOrd="3" destOrd="0" parTransId="{28FE4CE6-BFFD-48AA-802B-67B57FD8F179}" sibTransId="{D69891F3-F908-45CD-866A-D8265FE6D0BF}"/>
    <dgm:cxn modelId="{1980B6C0-ADC9-4B42-8E8D-63BC9BB86F5D}" srcId="{BE4B942A-7C9E-4199-A574-A02A34CEBA05}" destId="{0AA8069F-C7C1-4F80-B5DE-8DCB16A12B34}" srcOrd="0" destOrd="0" parTransId="{BDD1D345-13EF-4F2F-98E1-E1C6BC87CD5A}" sibTransId="{3EFC539D-A019-42BB-8B7F-EF5F0B1B95C3}"/>
    <dgm:cxn modelId="{359D2EAC-5DD8-4185-A8BB-0C2DA0531372}" type="presParOf" srcId="{7A78D925-2DBF-43FD-89BB-F7C70A15DFE4}" destId="{9C96F920-7602-4B17-A0FD-AED004ECE841}" srcOrd="0" destOrd="0" presId="urn:microsoft.com/office/officeart/2008/layout/LinedList"/>
    <dgm:cxn modelId="{2FA4283D-655B-47AB-A1FE-4A577AD92A4F}" type="presParOf" srcId="{7A78D925-2DBF-43FD-89BB-F7C70A15DFE4}" destId="{5FD53A59-1C5E-4684-B207-C107601932F8}" srcOrd="1" destOrd="0" presId="urn:microsoft.com/office/officeart/2008/layout/LinedList"/>
    <dgm:cxn modelId="{EB7AE92E-D496-41CE-84EE-C7ECC5DA6998}" type="presParOf" srcId="{5FD53A59-1C5E-4684-B207-C107601932F8}" destId="{3CB4969F-B029-4AB5-8A9D-9AACB5DD1C93}" srcOrd="0" destOrd="0" presId="urn:microsoft.com/office/officeart/2008/layout/LinedList"/>
    <dgm:cxn modelId="{1C888079-0B92-46C4-9E6C-5C75BAA44544}" type="presParOf" srcId="{5FD53A59-1C5E-4684-B207-C107601932F8}" destId="{2D0C343F-B983-4967-98C5-A1332607344B}" srcOrd="1" destOrd="0" presId="urn:microsoft.com/office/officeart/2008/layout/LinedList"/>
    <dgm:cxn modelId="{4E13C95A-6087-4D21-BBF4-08AB88D3DBDD}" type="presParOf" srcId="{7A78D925-2DBF-43FD-89BB-F7C70A15DFE4}" destId="{4BC5FAC2-D09B-41FF-9EDD-3B86B979F022}" srcOrd="2" destOrd="0" presId="urn:microsoft.com/office/officeart/2008/layout/LinedList"/>
    <dgm:cxn modelId="{6EB58C6E-FBAD-4B4B-B5D6-3D6A56D755F5}" type="presParOf" srcId="{7A78D925-2DBF-43FD-89BB-F7C70A15DFE4}" destId="{35CB6E88-0EF1-4781-BB01-ACD5011D169D}" srcOrd="3" destOrd="0" presId="urn:microsoft.com/office/officeart/2008/layout/LinedList"/>
    <dgm:cxn modelId="{B5DAB650-4339-4E30-BFF5-8AD9A81E3A52}" type="presParOf" srcId="{35CB6E88-0EF1-4781-BB01-ACD5011D169D}" destId="{040141D7-4AA7-4E76-9051-05DB1DDC192C}" srcOrd="0" destOrd="0" presId="urn:microsoft.com/office/officeart/2008/layout/LinedList"/>
    <dgm:cxn modelId="{3F49092F-5F70-43AA-BAD5-42568C0D9B8E}" type="presParOf" srcId="{35CB6E88-0EF1-4781-BB01-ACD5011D169D}" destId="{2A608AC3-8416-488B-A661-A3A2E2E6A9E9}" srcOrd="1" destOrd="0" presId="urn:microsoft.com/office/officeart/2008/layout/LinedList"/>
    <dgm:cxn modelId="{4225E14C-D333-414D-B388-30495789CB19}" type="presParOf" srcId="{7A78D925-2DBF-43FD-89BB-F7C70A15DFE4}" destId="{FD279F33-7EBF-41FA-9E5A-662DF16EBED3}" srcOrd="4" destOrd="0" presId="urn:microsoft.com/office/officeart/2008/layout/LinedList"/>
    <dgm:cxn modelId="{30056DFE-600E-4B73-82C2-33542E6D389B}" type="presParOf" srcId="{7A78D925-2DBF-43FD-89BB-F7C70A15DFE4}" destId="{C881AC0F-6D35-4016-B399-946D6DCF4907}" srcOrd="5" destOrd="0" presId="urn:microsoft.com/office/officeart/2008/layout/LinedList"/>
    <dgm:cxn modelId="{07BCF597-6A18-4EE2-BA74-704D627AAED1}" type="presParOf" srcId="{C881AC0F-6D35-4016-B399-946D6DCF4907}" destId="{10B479F4-1209-43B7-8E17-8F137613469A}" srcOrd="0" destOrd="0" presId="urn:microsoft.com/office/officeart/2008/layout/LinedList"/>
    <dgm:cxn modelId="{6C2B6E2C-7C8A-43A4-A9BD-A3D5219A5E8C}" type="presParOf" srcId="{C881AC0F-6D35-4016-B399-946D6DCF4907}" destId="{C04E60BA-81C1-4708-87AA-C03B2CE890D1}" srcOrd="1" destOrd="0" presId="urn:microsoft.com/office/officeart/2008/layout/LinedList"/>
    <dgm:cxn modelId="{E8CB60EE-5F47-4FAB-B0CE-875B5CC5B4FB}" type="presParOf" srcId="{7A78D925-2DBF-43FD-89BB-F7C70A15DFE4}" destId="{CBC3E773-4B7B-4B21-814D-45C52BD9055E}" srcOrd="6" destOrd="0" presId="urn:microsoft.com/office/officeart/2008/layout/LinedList"/>
    <dgm:cxn modelId="{186802B7-B065-46FB-B0D2-13419EE5A03C}" type="presParOf" srcId="{7A78D925-2DBF-43FD-89BB-F7C70A15DFE4}" destId="{A3A45864-5778-4ED8-A12E-70146D0B3787}" srcOrd="7" destOrd="0" presId="urn:microsoft.com/office/officeart/2008/layout/LinedList"/>
    <dgm:cxn modelId="{E45C0516-E5FD-4896-96CC-25A5493A0A48}" type="presParOf" srcId="{A3A45864-5778-4ED8-A12E-70146D0B3787}" destId="{DD0481CD-070A-44C9-A441-0AD81E89AABF}" srcOrd="0" destOrd="0" presId="urn:microsoft.com/office/officeart/2008/layout/LinedList"/>
    <dgm:cxn modelId="{265A2045-9D6B-4EE9-971C-BB5C821D363C}" type="presParOf" srcId="{A3A45864-5778-4ED8-A12E-70146D0B3787}" destId="{E103E12B-BD3A-4631-94D9-37362D809AD3}" srcOrd="1" destOrd="0" presId="urn:microsoft.com/office/officeart/2008/layout/LinedList"/>
    <dgm:cxn modelId="{0E851AFA-34C3-4030-AC1E-190C9F820E13}" type="presParOf" srcId="{7A78D925-2DBF-43FD-89BB-F7C70A15DFE4}" destId="{D70C8B5B-00C7-4B6B-8658-8B74E9F7BEB3}" srcOrd="8" destOrd="0" presId="urn:microsoft.com/office/officeart/2008/layout/LinedList"/>
    <dgm:cxn modelId="{778132E6-6572-4F9F-98CF-51044159EFD4}" type="presParOf" srcId="{7A78D925-2DBF-43FD-89BB-F7C70A15DFE4}" destId="{D631D542-31FB-4258-B6BE-7CFE2DEE4D7C}" srcOrd="9" destOrd="0" presId="urn:microsoft.com/office/officeart/2008/layout/LinedList"/>
    <dgm:cxn modelId="{F508522A-10BE-48DD-A46C-2C9A33C6BCF0}" type="presParOf" srcId="{D631D542-31FB-4258-B6BE-7CFE2DEE4D7C}" destId="{D504BC7F-CDA7-43E3-AAFB-A1175EA3769F}" srcOrd="0" destOrd="0" presId="urn:microsoft.com/office/officeart/2008/layout/LinedList"/>
    <dgm:cxn modelId="{B9AA3D8D-C1A3-4D9C-A9F7-CE46D5832973}" type="presParOf" srcId="{D631D542-31FB-4258-B6BE-7CFE2DEE4D7C}" destId="{AB2F5075-9EBF-4BD3-B176-AF763D24A6B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C7E82-751F-4B8A-8192-1CFBFB930A83}">
      <dsp:nvSpPr>
        <dsp:cNvPr id="0" name=""/>
        <dsp:cNvSpPr/>
      </dsp:nvSpPr>
      <dsp:spPr>
        <a:xfrm>
          <a:off x="838189" y="1024909"/>
          <a:ext cx="1073128" cy="10731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BEC3D-5DAD-4207-9525-E7D82BEACD5F}">
      <dsp:nvSpPr>
        <dsp:cNvPr id="0" name=""/>
        <dsp:cNvSpPr/>
      </dsp:nvSpPr>
      <dsp:spPr>
        <a:xfrm>
          <a:off x="182388" y="2414634"/>
          <a:ext cx="23847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Analyzed ~60 listed Indian utilities companies across power, gas, and renewable segments.</a:t>
          </a:r>
        </a:p>
      </dsp:txBody>
      <dsp:txXfrm>
        <a:off x="182388" y="2414634"/>
        <a:ext cx="2384730" cy="720000"/>
      </dsp:txXfrm>
    </dsp:sp>
    <dsp:sp modelId="{34346EC0-9EAC-44FE-878E-DB1CAEB7B8F2}">
      <dsp:nvSpPr>
        <dsp:cNvPr id="0" name=""/>
        <dsp:cNvSpPr/>
      </dsp:nvSpPr>
      <dsp:spPr>
        <a:xfrm>
          <a:off x="3640246" y="1024909"/>
          <a:ext cx="1073128" cy="10731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4A35B-DF2B-4BAF-BC8A-0BF72DB10644}">
      <dsp:nvSpPr>
        <dsp:cNvPr id="0" name=""/>
        <dsp:cNvSpPr/>
      </dsp:nvSpPr>
      <dsp:spPr>
        <a:xfrm>
          <a:off x="2984446" y="2414634"/>
          <a:ext cx="23847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Applied quantitative screening using valuation, profitability, leverage, and income ratios to filter financially strong companies.</a:t>
          </a:r>
        </a:p>
      </dsp:txBody>
      <dsp:txXfrm>
        <a:off x="2984446" y="2414634"/>
        <a:ext cx="2384730" cy="720000"/>
      </dsp:txXfrm>
    </dsp:sp>
    <dsp:sp modelId="{35149205-EB59-40F1-8577-8EBC4B5AD993}">
      <dsp:nvSpPr>
        <dsp:cNvPr id="0" name=""/>
        <dsp:cNvSpPr/>
      </dsp:nvSpPr>
      <dsp:spPr>
        <a:xfrm>
          <a:off x="6442304" y="1024909"/>
          <a:ext cx="1073128" cy="10731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7265E-7145-4D94-87F0-A89EA570223A}">
      <dsp:nvSpPr>
        <dsp:cNvPr id="0" name=""/>
        <dsp:cNvSpPr/>
      </dsp:nvSpPr>
      <dsp:spPr>
        <a:xfrm>
          <a:off x="5786503" y="2414634"/>
          <a:ext cx="23847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Conducted qualitative assessment focusing on business model, regulatory exposure, PPA visibility, and balance-sheet risk.</a:t>
          </a:r>
        </a:p>
      </dsp:txBody>
      <dsp:txXfrm>
        <a:off x="5786503" y="2414634"/>
        <a:ext cx="2384730" cy="720000"/>
      </dsp:txXfrm>
    </dsp:sp>
    <dsp:sp modelId="{1039D1A6-62E5-4C7B-AC7B-0F2E818BF128}">
      <dsp:nvSpPr>
        <dsp:cNvPr id="0" name=""/>
        <dsp:cNvSpPr/>
      </dsp:nvSpPr>
      <dsp:spPr>
        <a:xfrm>
          <a:off x="9244362" y="1024909"/>
          <a:ext cx="1073128" cy="10731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DDF5A-4266-4A26-9D27-C9BA79BA5F1E}">
      <dsp:nvSpPr>
        <dsp:cNvPr id="0" name=""/>
        <dsp:cNvSpPr/>
      </dsp:nvSpPr>
      <dsp:spPr>
        <a:xfrm>
          <a:off x="8588561" y="2414634"/>
          <a:ext cx="23847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Final shortlist identifies high-quality utilities with stable cash flows, reasonable valuations, and long-term growth visibility.</a:t>
          </a:r>
        </a:p>
      </dsp:txBody>
      <dsp:txXfrm>
        <a:off x="8588561" y="2414634"/>
        <a:ext cx="238473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383888-3A6A-44EA-BAD4-8CB719BDD3ED}">
      <dsp:nvSpPr>
        <dsp:cNvPr id="0" name=""/>
        <dsp:cNvSpPr/>
      </dsp:nvSpPr>
      <dsp:spPr>
        <a:xfrm>
          <a:off x="1088640" y="182219"/>
          <a:ext cx="756210" cy="7562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60AFFA-E1FB-4293-A43E-D17598600A60}">
      <dsp:nvSpPr>
        <dsp:cNvPr id="0" name=""/>
        <dsp:cNvSpPr/>
      </dsp:nvSpPr>
      <dsp:spPr>
        <a:xfrm>
          <a:off x="626511" y="1239304"/>
          <a:ext cx="1680468" cy="94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research universe consists of ~60 listed Indian utilities companies across power, gas, and renewable energy segments.</a:t>
          </a:r>
        </a:p>
      </dsp:txBody>
      <dsp:txXfrm>
        <a:off x="626511" y="1239304"/>
        <a:ext cx="1680468" cy="947889"/>
      </dsp:txXfrm>
    </dsp:sp>
    <dsp:sp modelId="{F40673BE-E768-4D71-A02D-4961F3D56D64}">
      <dsp:nvSpPr>
        <dsp:cNvPr id="0" name=""/>
        <dsp:cNvSpPr/>
      </dsp:nvSpPr>
      <dsp:spPr>
        <a:xfrm>
          <a:off x="3063191" y="182219"/>
          <a:ext cx="756210" cy="7562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67B53-A76A-4F2F-B55C-0C873C794A91}">
      <dsp:nvSpPr>
        <dsp:cNvPr id="0" name=""/>
        <dsp:cNvSpPr/>
      </dsp:nvSpPr>
      <dsp:spPr>
        <a:xfrm>
          <a:off x="2601062" y="1239304"/>
          <a:ext cx="1680468" cy="94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Companies were selected to ensure representation across the full utilities value chain including generation, transmission, distribution, and gas infrastructure.</a:t>
          </a:r>
        </a:p>
      </dsp:txBody>
      <dsp:txXfrm>
        <a:off x="2601062" y="1239304"/>
        <a:ext cx="1680468" cy="947889"/>
      </dsp:txXfrm>
    </dsp:sp>
    <dsp:sp modelId="{E05A156C-98EF-4DBA-97B6-27E180E322DF}">
      <dsp:nvSpPr>
        <dsp:cNvPr id="0" name=""/>
        <dsp:cNvSpPr/>
      </dsp:nvSpPr>
      <dsp:spPr>
        <a:xfrm>
          <a:off x="1088640" y="2607310"/>
          <a:ext cx="756210" cy="7562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08C5A-B1EE-4BAD-A780-4213239B038D}">
      <dsp:nvSpPr>
        <dsp:cNvPr id="0" name=""/>
        <dsp:cNvSpPr/>
      </dsp:nvSpPr>
      <dsp:spPr>
        <a:xfrm>
          <a:off x="626511" y="3664395"/>
          <a:ext cx="1680468" cy="94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universe includes large-cap, mid-cap, and small-cap companies to enable comprehensive peer comparison.</a:t>
          </a:r>
        </a:p>
      </dsp:txBody>
      <dsp:txXfrm>
        <a:off x="626511" y="3664395"/>
        <a:ext cx="1680468" cy="947889"/>
      </dsp:txXfrm>
    </dsp:sp>
    <dsp:sp modelId="{48316175-3BFC-4C3A-8488-1FB98D05C124}">
      <dsp:nvSpPr>
        <dsp:cNvPr id="0" name=""/>
        <dsp:cNvSpPr/>
      </dsp:nvSpPr>
      <dsp:spPr>
        <a:xfrm>
          <a:off x="3063191" y="2607310"/>
          <a:ext cx="756210" cy="7562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9F5BA-54F0-440A-8D5F-FB71E7195FEB}">
      <dsp:nvSpPr>
        <dsp:cNvPr id="0" name=""/>
        <dsp:cNvSpPr/>
      </dsp:nvSpPr>
      <dsp:spPr>
        <a:xfrm>
          <a:off x="2601062" y="3664395"/>
          <a:ext cx="1680468" cy="94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Only listed companies with sufficient financial disclosures were considered for analysis.</a:t>
          </a:r>
        </a:p>
      </dsp:txBody>
      <dsp:txXfrm>
        <a:off x="2601062" y="3664395"/>
        <a:ext cx="1680468" cy="9478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FE2A6-78F5-4CBA-B812-4ACAE534E920}">
      <dsp:nvSpPr>
        <dsp:cNvPr id="0" name=""/>
        <dsp:cNvSpPr/>
      </dsp:nvSpPr>
      <dsp:spPr>
        <a:xfrm>
          <a:off x="0" y="429290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Quantitative Screening</a:t>
          </a:r>
        </a:p>
      </dsp:txBody>
      <dsp:txXfrm>
        <a:off x="19904" y="449194"/>
        <a:ext cx="5293430" cy="367937"/>
      </dsp:txXfrm>
    </dsp:sp>
    <dsp:sp modelId="{CDFDFDC9-CF88-42B2-861F-591204B40233}">
      <dsp:nvSpPr>
        <dsp:cNvPr id="0" name=""/>
        <dsp:cNvSpPr/>
      </dsp:nvSpPr>
      <dsp:spPr>
        <a:xfrm>
          <a:off x="0" y="885995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Valuation: EV/EBITDA, P/E, P/B</a:t>
          </a:r>
        </a:p>
      </dsp:txBody>
      <dsp:txXfrm>
        <a:off x="19904" y="905899"/>
        <a:ext cx="5293430" cy="367937"/>
      </dsp:txXfrm>
    </dsp:sp>
    <dsp:sp modelId="{6F4960FC-41E5-4412-ABC8-86D6F0D2F683}">
      <dsp:nvSpPr>
        <dsp:cNvPr id="0" name=""/>
        <dsp:cNvSpPr/>
      </dsp:nvSpPr>
      <dsp:spPr>
        <a:xfrm>
          <a:off x="0" y="1342701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Profitability: ROE, ROCE, Operating Margin, Net Margin</a:t>
          </a:r>
        </a:p>
      </dsp:txBody>
      <dsp:txXfrm>
        <a:off x="19904" y="1362605"/>
        <a:ext cx="5293430" cy="367937"/>
      </dsp:txXfrm>
    </dsp:sp>
    <dsp:sp modelId="{52C1B1C0-BF42-4712-92A2-AD44E1741F4A}">
      <dsp:nvSpPr>
        <dsp:cNvPr id="0" name=""/>
        <dsp:cNvSpPr/>
      </dsp:nvSpPr>
      <dsp:spPr>
        <a:xfrm>
          <a:off x="0" y="1799406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Leverage &amp; Risk: Debt/Equity, Interest Coverage</a:t>
          </a:r>
        </a:p>
      </dsp:txBody>
      <dsp:txXfrm>
        <a:off x="19904" y="1819310"/>
        <a:ext cx="5293430" cy="367937"/>
      </dsp:txXfrm>
    </dsp:sp>
    <dsp:sp modelId="{28167E51-308B-4BAC-A2EE-CCC7501C5071}">
      <dsp:nvSpPr>
        <dsp:cNvPr id="0" name=""/>
        <dsp:cNvSpPr/>
      </dsp:nvSpPr>
      <dsp:spPr>
        <a:xfrm>
          <a:off x="0" y="2256111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Income: Dividend Yield</a:t>
          </a:r>
        </a:p>
      </dsp:txBody>
      <dsp:txXfrm>
        <a:off x="19904" y="2276015"/>
        <a:ext cx="5293430" cy="367937"/>
      </dsp:txXfrm>
    </dsp:sp>
    <dsp:sp modelId="{BEBB196D-19BC-4EC8-BE90-6208BBB1D01F}">
      <dsp:nvSpPr>
        <dsp:cNvPr id="0" name=""/>
        <dsp:cNvSpPr/>
      </dsp:nvSpPr>
      <dsp:spPr>
        <a:xfrm>
          <a:off x="0" y="2712815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Qualitative Assessment</a:t>
          </a:r>
        </a:p>
      </dsp:txBody>
      <dsp:txXfrm>
        <a:off x="19904" y="2732719"/>
        <a:ext cx="5293430" cy="367937"/>
      </dsp:txXfrm>
    </dsp:sp>
    <dsp:sp modelId="{FE438A37-4E13-4BAB-A378-8AC896343018}">
      <dsp:nvSpPr>
        <dsp:cNvPr id="0" name=""/>
        <dsp:cNvSpPr/>
      </dsp:nvSpPr>
      <dsp:spPr>
        <a:xfrm>
          <a:off x="0" y="3169521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Business model and competitive positioning</a:t>
          </a:r>
        </a:p>
      </dsp:txBody>
      <dsp:txXfrm>
        <a:off x="19904" y="3189425"/>
        <a:ext cx="5293430" cy="367937"/>
      </dsp:txXfrm>
    </dsp:sp>
    <dsp:sp modelId="{44AD426F-E55A-4029-84A2-DDC8BAD0F764}">
      <dsp:nvSpPr>
        <dsp:cNvPr id="0" name=""/>
        <dsp:cNvSpPr/>
      </dsp:nvSpPr>
      <dsp:spPr>
        <a:xfrm>
          <a:off x="0" y="3626226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Revenue visibility through PPAs / regulated tariffs</a:t>
          </a:r>
        </a:p>
      </dsp:txBody>
      <dsp:txXfrm>
        <a:off x="19904" y="3646130"/>
        <a:ext cx="5293430" cy="367937"/>
      </dsp:txXfrm>
    </dsp:sp>
    <dsp:sp modelId="{08F4D71D-0D97-473A-A7FB-5F74E67C6376}">
      <dsp:nvSpPr>
        <dsp:cNvPr id="0" name=""/>
        <dsp:cNvSpPr/>
      </dsp:nvSpPr>
      <dsp:spPr>
        <a:xfrm>
          <a:off x="0" y="4082931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Regulatory and policy exposure</a:t>
          </a:r>
        </a:p>
      </dsp:txBody>
      <dsp:txXfrm>
        <a:off x="19904" y="4102835"/>
        <a:ext cx="5293430" cy="367937"/>
      </dsp:txXfrm>
    </dsp:sp>
    <dsp:sp modelId="{F4CA3CFA-A108-4098-9550-19A81BB0E62C}">
      <dsp:nvSpPr>
        <dsp:cNvPr id="0" name=""/>
        <dsp:cNvSpPr/>
      </dsp:nvSpPr>
      <dsp:spPr>
        <a:xfrm>
          <a:off x="0" y="4539636"/>
          <a:ext cx="533323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Balance sheet quality and capital allocation discipline</a:t>
          </a:r>
        </a:p>
      </dsp:txBody>
      <dsp:txXfrm>
        <a:off x="19904" y="4559540"/>
        <a:ext cx="5293430" cy="367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72838-F5BD-4B16-B2C6-B5AB33D74F88}">
      <dsp:nvSpPr>
        <dsp:cNvPr id="0" name=""/>
        <dsp:cNvSpPr/>
      </dsp:nvSpPr>
      <dsp:spPr>
        <a:xfrm>
          <a:off x="0" y="2079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694F9-0E2C-469F-BA03-DA576FDA643C}">
      <dsp:nvSpPr>
        <dsp:cNvPr id="0" name=""/>
        <dsp:cNvSpPr/>
      </dsp:nvSpPr>
      <dsp:spPr>
        <a:xfrm>
          <a:off x="318851" y="239241"/>
          <a:ext cx="579729" cy="5797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BD9F0-0EC4-42F4-98DF-BCC64EE3E7D8}">
      <dsp:nvSpPr>
        <dsp:cNvPr id="0" name=""/>
        <dsp:cNvSpPr/>
      </dsp:nvSpPr>
      <dsp:spPr>
        <a:xfrm>
          <a:off x="1217431" y="2079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Initial universe of ~60 listed utilities companies evaluated across financial and qualitative parameters.</a:t>
          </a:r>
        </a:p>
      </dsp:txBody>
      <dsp:txXfrm>
        <a:off x="1217431" y="2079"/>
        <a:ext cx="6088624" cy="1054053"/>
      </dsp:txXfrm>
    </dsp:sp>
    <dsp:sp modelId="{43F8D044-9113-4235-9AFD-696522BF4998}">
      <dsp:nvSpPr>
        <dsp:cNvPr id="0" name=""/>
        <dsp:cNvSpPr/>
      </dsp:nvSpPr>
      <dsp:spPr>
        <a:xfrm>
          <a:off x="0" y="1319646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F33DC2-D6E4-48F6-AC00-C91679EDBBF3}">
      <dsp:nvSpPr>
        <dsp:cNvPr id="0" name=""/>
        <dsp:cNvSpPr/>
      </dsp:nvSpPr>
      <dsp:spPr>
        <a:xfrm>
          <a:off x="318851" y="1556808"/>
          <a:ext cx="579729" cy="5797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73544-657A-4E3C-81A0-985481417AB3}">
      <dsp:nvSpPr>
        <dsp:cNvPr id="0" name=""/>
        <dsp:cNvSpPr/>
      </dsp:nvSpPr>
      <dsp:spPr>
        <a:xfrm>
          <a:off x="1217431" y="1319646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Companies with persistent losses, weak cash flows, or inadequate disclosures were excluded.</a:t>
          </a:r>
        </a:p>
      </dsp:txBody>
      <dsp:txXfrm>
        <a:off x="1217431" y="1319646"/>
        <a:ext cx="6088624" cy="1054053"/>
      </dsp:txXfrm>
    </dsp:sp>
    <dsp:sp modelId="{51D7C41E-C6D1-4580-BA82-219F11B6AB52}">
      <dsp:nvSpPr>
        <dsp:cNvPr id="0" name=""/>
        <dsp:cNvSpPr/>
      </dsp:nvSpPr>
      <dsp:spPr>
        <a:xfrm>
          <a:off x="0" y="2637212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0AB84-8884-48B6-99E2-0C93F7672FA0}">
      <dsp:nvSpPr>
        <dsp:cNvPr id="0" name=""/>
        <dsp:cNvSpPr/>
      </dsp:nvSpPr>
      <dsp:spPr>
        <a:xfrm>
          <a:off x="318851" y="2874374"/>
          <a:ext cx="579729" cy="5797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A5394-80C3-4C87-A742-D6CC02F1C1B7}">
      <dsp:nvSpPr>
        <dsp:cNvPr id="0" name=""/>
        <dsp:cNvSpPr/>
      </dsp:nvSpPr>
      <dsp:spPr>
        <a:xfrm>
          <a:off x="1217431" y="2637212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Further filtering applied to remove entities with high leverage, low profitability, or weak return ratios.</a:t>
          </a:r>
        </a:p>
      </dsp:txBody>
      <dsp:txXfrm>
        <a:off x="1217431" y="2637212"/>
        <a:ext cx="6088624" cy="1054053"/>
      </dsp:txXfrm>
    </dsp:sp>
    <dsp:sp modelId="{801D038D-5B70-4133-8E82-AB4C3DD7D0EC}">
      <dsp:nvSpPr>
        <dsp:cNvPr id="0" name=""/>
        <dsp:cNvSpPr/>
      </dsp:nvSpPr>
      <dsp:spPr>
        <a:xfrm>
          <a:off x="0" y="3954779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8F858-B6AB-4EDD-9649-EA07DFEBA122}">
      <dsp:nvSpPr>
        <dsp:cNvPr id="0" name=""/>
        <dsp:cNvSpPr/>
      </dsp:nvSpPr>
      <dsp:spPr>
        <a:xfrm>
          <a:off x="318851" y="4191941"/>
          <a:ext cx="579729" cy="5797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400CA-D7A2-4D60-9BDF-AC73FCD023B8}">
      <dsp:nvSpPr>
        <dsp:cNvPr id="0" name=""/>
        <dsp:cNvSpPr/>
      </dsp:nvSpPr>
      <dsp:spPr>
        <a:xfrm>
          <a:off x="1217431" y="3954779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Final shortlist represents financially stable utilities with consistent performance and acceptable risk profiles.</a:t>
          </a:r>
        </a:p>
      </dsp:txBody>
      <dsp:txXfrm>
        <a:off x="1217431" y="3954779"/>
        <a:ext cx="6088624" cy="10540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7772B9-74ED-4234-B1D2-2DC7D4413E7E}">
      <dsp:nvSpPr>
        <dsp:cNvPr id="0" name=""/>
        <dsp:cNvSpPr/>
      </dsp:nvSpPr>
      <dsp:spPr>
        <a:xfrm>
          <a:off x="631041" y="938061"/>
          <a:ext cx="2306071" cy="800868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9ECA2-88CF-41B5-B01C-D987876E641C}">
      <dsp:nvSpPr>
        <dsp:cNvPr id="0" name=""/>
        <dsp:cNvSpPr/>
      </dsp:nvSpPr>
      <dsp:spPr>
        <a:xfrm>
          <a:off x="1564195" y="2899115"/>
          <a:ext cx="446913" cy="286024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1C754-71FD-4B0D-84A8-9973BE51D6F2}">
      <dsp:nvSpPr>
        <dsp:cNvPr id="0" name=""/>
        <dsp:cNvSpPr/>
      </dsp:nvSpPr>
      <dsp:spPr>
        <a:xfrm>
          <a:off x="715060" y="3499915"/>
          <a:ext cx="2145182" cy="536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Final Shortlist -9</a:t>
          </a:r>
        </a:p>
      </dsp:txBody>
      <dsp:txXfrm>
        <a:off x="715060" y="3499915"/>
        <a:ext cx="2145182" cy="536295"/>
      </dsp:txXfrm>
    </dsp:sp>
    <dsp:sp modelId="{F12105CA-E355-4214-BB5F-4B66625EF94C}">
      <dsp:nvSpPr>
        <dsp:cNvPr id="0" name=""/>
        <dsp:cNvSpPr/>
      </dsp:nvSpPr>
      <dsp:spPr>
        <a:xfrm>
          <a:off x="1479803" y="1819895"/>
          <a:ext cx="804443" cy="8044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After Profitability &amp; Leverage Filters - 18</a:t>
          </a:r>
        </a:p>
      </dsp:txBody>
      <dsp:txXfrm>
        <a:off x="1597611" y="1937703"/>
        <a:ext cx="568827" cy="568827"/>
      </dsp:txXfrm>
    </dsp:sp>
    <dsp:sp modelId="{9E34C9AC-CFBD-41DA-9110-695859B4224F}">
      <dsp:nvSpPr>
        <dsp:cNvPr id="0" name=""/>
        <dsp:cNvSpPr/>
      </dsp:nvSpPr>
      <dsp:spPr>
        <a:xfrm>
          <a:off x="772894" y="1152069"/>
          <a:ext cx="804443" cy="8044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After Basic Financial Filters - 38</a:t>
          </a:r>
        </a:p>
      </dsp:txBody>
      <dsp:txXfrm>
        <a:off x="890702" y="1269877"/>
        <a:ext cx="568827" cy="568827"/>
      </dsp:txXfrm>
    </dsp:sp>
    <dsp:sp modelId="{3A6A0CEE-54EA-482A-AD03-557A1B17C700}">
      <dsp:nvSpPr>
        <dsp:cNvPr id="0" name=""/>
        <dsp:cNvSpPr/>
      </dsp:nvSpPr>
      <dsp:spPr>
        <a:xfrm>
          <a:off x="1702333" y="863308"/>
          <a:ext cx="804443" cy="8044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Total Companies </a:t>
          </a:r>
          <a:r>
            <a:rPr lang="en-US" sz="800" kern="1200" dirty="0" err="1"/>
            <a:t>Analysed</a:t>
          </a:r>
          <a:r>
            <a:rPr lang="en-US" sz="800" kern="1200" dirty="0"/>
            <a:t> - 60</a:t>
          </a:r>
        </a:p>
      </dsp:txBody>
      <dsp:txXfrm>
        <a:off x="1820141" y="981116"/>
        <a:ext cx="568827" cy="568827"/>
      </dsp:txXfrm>
    </dsp:sp>
    <dsp:sp modelId="{B3791752-E9E9-48E7-9C11-FC04FAA2BBF7}">
      <dsp:nvSpPr>
        <dsp:cNvPr id="0" name=""/>
        <dsp:cNvSpPr/>
      </dsp:nvSpPr>
      <dsp:spPr>
        <a:xfrm>
          <a:off x="1" y="730722"/>
          <a:ext cx="3575300" cy="2871953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E8F91-FEDF-495F-AAD1-BAEB01729CFF}">
      <dsp:nvSpPr>
        <dsp:cNvPr id="0" name=""/>
        <dsp:cNvSpPr/>
      </dsp:nvSpPr>
      <dsp:spPr>
        <a:xfrm>
          <a:off x="1194026" y="199123"/>
          <a:ext cx="673154" cy="673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44083-202D-498A-8B7E-8551E3877AD9}">
      <dsp:nvSpPr>
        <dsp:cNvPr id="0" name=""/>
        <dsp:cNvSpPr/>
      </dsp:nvSpPr>
      <dsp:spPr>
        <a:xfrm>
          <a:off x="782654" y="1098317"/>
          <a:ext cx="1495898" cy="59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Profitability evaluated using return ratios and operating efficiency metrics.</a:t>
          </a:r>
        </a:p>
      </dsp:txBody>
      <dsp:txXfrm>
        <a:off x="782654" y="1098317"/>
        <a:ext cx="1495898" cy="598359"/>
      </dsp:txXfrm>
    </dsp:sp>
    <dsp:sp modelId="{0A06C898-BFE4-4C08-9A78-8BC9466523B8}">
      <dsp:nvSpPr>
        <dsp:cNvPr id="0" name=""/>
        <dsp:cNvSpPr/>
      </dsp:nvSpPr>
      <dsp:spPr>
        <a:xfrm>
          <a:off x="2951707" y="199123"/>
          <a:ext cx="673154" cy="673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4363C-C889-413C-A107-3791F803AAF9}">
      <dsp:nvSpPr>
        <dsp:cNvPr id="0" name=""/>
        <dsp:cNvSpPr/>
      </dsp:nvSpPr>
      <dsp:spPr>
        <a:xfrm>
          <a:off x="2540335" y="1098317"/>
          <a:ext cx="1495898" cy="59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ROE and ROCE used to assess capital efficiency and return generation capability.</a:t>
          </a:r>
        </a:p>
      </dsp:txBody>
      <dsp:txXfrm>
        <a:off x="2540335" y="1098317"/>
        <a:ext cx="1495898" cy="598359"/>
      </dsp:txXfrm>
    </dsp:sp>
    <dsp:sp modelId="{7D24BC9F-50CD-459E-8F63-3530C2AE24DD}">
      <dsp:nvSpPr>
        <dsp:cNvPr id="0" name=""/>
        <dsp:cNvSpPr/>
      </dsp:nvSpPr>
      <dsp:spPr>
        <a:xfrm>
          <a:off x="1194026" y="2070651"/>
          <a:ext cx="673154" cy="6731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0D52E-922E-4B90-8CA9-34307566B68C}">
      <dsp:nvSpPr>
        <dsp:cNvPr id="0" name=""/>
        <dsp:cNvSpPr/>
      </dsp:nvSpPr>
      <dsp:spPr>
        <a:xfrm>
          <a:off x="782654" y="2969845"/>
          <a:ext cx="1495898" cy="59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Operating and net profit margins analysed to evaluate cost control and earnings sustainability.</a:t>
          </a:r>
        </a:p>
      </dsp:txBody>
      <dsp:txXfrm>
        <a:off x="782654" y="2969845"/>
        <a:ext cx="1495898" cy="598359"/>
      </dsp:txXfrm>
    </dsp:sp>
    <dsp:sp modelId="{7C1C885A-9C78-4D66-A94D-753A750575C7}">
      <dsp:nvSpPr>
        <dsp:cNvPr id="0" name=""/>
        <dsp:cNvSpPr/>
      </dsp:nvSpPr>
      <dsp:spPr>
        <a:xfrm>
          <a:off x="2951707" y="2070651"/>
          <a:ext cx="673154" cy="6731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078B0-E222-4CC2-BA75-4E2C6A382633}">
      <dsp:nvSpPr>
        <dsp:cNvPr id="0" name=""/>
        <dsp:cNvSpPr/>
      </dsp:nvSpPr>
      <dsp:spPr>
        <a:xfrm>
          <a:off x="2540335" y="2969845"/>
          <a:ext cx="1495898" cy="59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Preference given to companies with consistent and superior profitability relative to peers.</a:t>
          </a:r>
        </a:p>
      </dsp:txBody>
      <dsp:txXfrm>
        <a:off x="2540335" y="2969845"/>
        <a:ext cx="1495898" cy="5983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A1644-51EF-4936-9C93-E0CE6EEDA495}">
      <dsp:nvSpPr>
        <dsp:cNvPr id="0" name=""/>
        <dsp:cNvSpPr/>
      </dsp:nvSpPr>
      <dsp:spPr>
        <a:xfrm>
          <a:off x="1134560" y="193898"/>
          <a:ext cx="675527" cy="6755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82BB6-A0FB-4737-8AA2-2C6DE4936591}">
      <dsp:nvSpPr>
        <dsp:cNvPr id="0" name=""/>
        <dsp:cNvSpPr/>
      </dsp:nvSpPr>
      <dsp:spPr>
        <a:xfrm>
          <a:off x="721738" y="1095453"/>
          <a:ext cx="1501171" cy="60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Dividend yield analysed to assess income generation for shareholders.</a:t>
          </a:r>
        </a:p>
      </dsp:txBody>
      <dsp:txXfrm>
        <a:off x="721738" y="1095453"/>
        <a:ext cx="1501171" cy="600468"/>
      </dsp:txXfrm>
    </dsp:sp>
    <dsp:sp modelId="{30235EBA-13D9-4197-B201-066E4EBDD7DC}">
      <dsp:nvSpPr>
        <dsp:cNvPr id="0" name=""/>
        <dsp:cNvSpPr/>
      </dsp:nvSpPr>
      <dsp:spPr>
        <a:xfrm>
          <a:off x="2898437" y="193898"/>
          <a:ext cx="675527" cy="6755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E9C89-8CA0-4ECF-A24E-276E3E24EA85}">
      <dsp:nvSpPr>
        <dsp:cNvPr id="0" name=""/>
        <dsp:cNvSpPr/>
      </dsp:nvSpPr>
      <dsp:spPr>
        <a:xfrm>
          <a:off x="2485615" y="1095453"/>
          <a:ext cx="1501171" cy="60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Cash flow trends reviewed to evaluate sustainability of dividend payouts.</a:t>
          </a:r>
        </a:p>
      </dsp:txBody>
      <dsp:txXfrm>
        <a:off x="2485615" y="1095453"/>
        <a:ext cx="1501171" cy="600468"/>
      </dsp:txXfrm>
    </dsp:sp>
    <dsp:sp modelId="{7DC2B90E-4C1C-409C-8D10-902BABA8F83D}">
      <dsp:nvSpPr>
        <dsp:cNvPr id="0" name=""/>
        <dsp:cNvSpPr/>
      </dsp:nvSpPr>
      <dsp:spPr>
        <a:xfrm>
          <a:off x="1134560" y="2071215"/>
          <a:ext cx="675527" cy="6755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EDC18-7FD2-41E4-8973-FD58114A7761}">
      <dsp:nvSpPr>
        <dsp:cNvPr id="0" name=""/>
        <dsp:cNvSpPr/>
      </dsp:nvSpPr>
      <dsp:spPr>
        <a:xfrm>
          <a:off x="721738" y="2972771"/>
          <a:ext cx="1501171" cy="60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Preference given to companies with stable operating cash flows and consistent dividend history.</a:t>
          </a:r>
        </a:p>
      </dsp:txBody>
      <dsp:txXfrm>
        <a:off x="721738" y="2972771"/>
        <a:ext cx="1501171" cy="600468"/>
      </dsp:txXfrm>
    </dsp:sp>
    <dsp:sp modelId="{516CB576-2C75-4F0F-87E2-13C444B53DE2}">
      <dsp:nvSpPr>
        <dsp:cNvPr id="0" name=""/>
        <dsp:cNvSpPr/>
      </dsp:nvSpPr>
      <dsp:spPr>
        <a:xfrm>
          <a:off x="2898437" y="2071215"/>
          <a:ext cx="675527" cy="6755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A5035-DBA2-4BAA-BB0C-56C916A0C059}">
      <dsp:nvSpPr>
        <dsp:cNvPr id="0" name=""/>
        <dsp:cNvSpPr/>
      </dsp:nvSpPr>
      <dsp:spPr>
        <a:xfrm>
          <a:off x="2485615" y="2972771"/>
          <a:ext cx="1501171" cy="60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Cash flow strength considered critical given capital-intensive nature of the utilities sector.</a:t>
          </a:r>
        </a:p>
      </dsp:txBody>
      <dsp:txXfrm>
        <a:off x="2485615" y="2972771"/>
        <a:ext cx="1501171" cy="6004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E9929-AD9E-4DB6-AEC2-0BCF5A235672}">
      <dsp:nvSpPr>
        <dsp:cNvPr id="0" name=""/>
        <dsp:cNvSpPr/>
      </dsp:nvSpPr>
      <dsp:spPr>
        <a:xfrm>
          <a:off x="620998" y="817930"/>
          <a:ext cx="495743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919D1-6A8D-4250-A7E4-0AEEE93B6559}">
      <dsp:nvSpPr>
        <dsp:cNvPr id="0" name=""/>
        <dsp:cNvSpPr/>
      </dsp:nvSpPr>
      <dsp:spPr>
        <a:xfrm>
          <a:off x="1146486" y="776324"/>
          <a:ext cx="57010" cy="107079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5A4E0-5ED6-4729-8BB2-DC7E3FB2BEBB}">
      <dsp:nvSpPr>
        <dsp:cNvPr id="0" name=""/>
        <dsp:cNvSpPr/>
      </dsp:nvSpPr>
      <dsp:spPr>
        <a:xfrm>
          <a:off x="344384" y="603319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</a:t>
          </a:r>
        </a:p>
      </dsp:txBody>
      <dsp:txXfrm>
        <a:off x="407253" y="666188"/>
        <a:ext cx="303555" cy="303555"/>
      </dsp:txXfrm>
    </dsp:sp>
    <dsp:sp modelId="{3E8B33B3-34F6-4C14-A48D-0A501C4BF3A1}">
      <dsp:nvSpPr>
        <dsp:cNvPr id="0" name=""/>
        <dsp:cNvSpPr/>
      </dsp:nvSpPr>
      <dsp:spPr>
        <a:xfrm>
          <a:off x="1319" y="1198211"/>
          <a:ext cx="11154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6" tIns="165100" rIns="879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Business Model &amp; Revenue Visibility</a:t>
          </a:r>
        </a:p>
      </dsp:txBody>
      <dsp:txXfrm>
        <a:off x="1319" y="1421295"/>
        <a:ext cx="1115422" cy="1742516"/>
      </dsp:txXfrm>
    </dsp:sp>
    <dsp:sp modelId="{A95C6288-1D29-4436-9750-BF989B6CC60C}">
      <dsp:nvSpPr>
        <dsp:cNvPr id="0" name=""/>
        <dsp:cNvSpPr/>
      </dsp:nvSpPr>
      <dsp:spPr>
        <a:xfrm>
          <a:off x="1240678" y="817933"/>
          <a:ext cx="11154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6AD7E-C7B8-4CD4-9CA9-322DB864F4BA}">
      <dsp:nvSpPr>
        <dsp:cNvPr id="0" name=""/>
        <dsp:cNvSpPr/>
      </dsp:nvSpPr>
      <dsp:spPr>
        <a:xfrm>
          <a:off x="2385845" y="776326"/>
          <a:ext cx="57010" cy="10708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8F0A1-F595-4AEF-81F6-03EA58E0A1E3}">
      <dsp:nvSpPr>
        <dsp:cNvPr id="0" name=""/>
        <dsp:cNvSpPr/>
      </dsp:nvSpPr>
      <dsp:spPr>
        <a:xfrm>
          <a:off x="1583742" y="603322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</a:t>
          </a:r>
        </a:p>
      </dsp:txBody>
      <dsp:txXfrm>
        <a:off x="1646611" y="666191"/>
        <a:ext cx="303555" cy="303555"/>
      </dsp:txXfrm>
    </dsp:sp>
    <dsp:sp modelId="{91FF2560-5F85-4231-97C0-810D4A4B8A40}">
      <dsp:nvSpPr>
        <dsp:cNvPr id="0" name=""/>
        <dsp:cNvSpPr/>
      </dsp:nvSpPr>
      <dsp:spPr>
        <a:xfrm>
          <a:off x="1240678" y="1198218"/>
          <a:ext cx="11154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6" tIns="165100" rIns="879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Assessment of generation, transmission, distribution, and gas-based business models.</a:t>
          </a:r>
        </a:p>
      </dsp:txBody>
      <dsp:txXfrm>
        <a:off x="1240678" y="1421302"/>
        <a:ext cx="1115422" cy="1742516"/>
      </dsp:txXfrm>
    </dsp:sp>
    <dsp:sp modelId="{AC934F3E-A172-41C7-81FD-3EC8FDA6D4A8}">
      <dsp:nvSpPr>
        <dsp:cNvPr id="0" name=""/>
        <dsp:cNvSpPr/>
      </dsp:nvSpPr>
      <dsp:spPr>
        <a:xfrm>
          <a:off x="2480036" y="817933"/>
          <a:ext cx="11154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475A5-FC0D-4A6A-BF65-3708DF8586E7}">
      <dsp:nvSpPr>
        <dsp:cNvPr id="0" name=""/>
        <dsp:cNvSpPr/>
      </dsp:nvSpPr>
      <dsp:spPr>
        <a:xfrm>
          <a:off x="3625203" y="776326"/>
          <a:ext cx="57010" cy="10708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CB11B-8C8E-4C0C-8FBA-7FEBC2045D2D}">
      <dsp:nvSpPr>
        <dsp:cNvPr id="0" name=""/>
        <dsp:cNvSpPr/>
      </dsp:nvSpPr>
      <dsp:spPr>
        <a:xfrm>
          <a:off x="2823101" y="603322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</a:t>
          </a:r>
        </a:p>
      </dsp:txBody>
      <dsp:txXfrm>
        <a:off x="2885970" y="666191"/>
        <a:ext cx="303555" cy="303555"/>
      </dsp:txXfrm>
    </dsp:sp>
    <dsp:sp modelId="{4779DB3C-E51E-46EB-8467-6EC09C543C0A}">
      <dsp:nvSpPr>
        <dsp:cNvPr id="0" name=""/>
        <dsp:cNvSpPr/>
      </dsp:nvSpPr>
      <dsp:spPr>
        <a:xfrm>
          <a:off x="2480036" y="1198218"/>
          <a:ext cx="11154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6" tIns="165100" rIns="879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Evaluation of revenue stability through long-term PPAs and regulated tariff mechanisms.</a:t>
          </a:r>
        </a:p>
      </dsp:txBody>
      <dsp:txXfrm>
        <a:off x="2480036" y="1421302"/>
        <a:ext cx="1115422" cy="1742516"/>
      </dsp:txXfrm>
    </dsp:sp>
    <dsp:sp modelId="{0AD7AE2E-52AD-4BA5-9174-4318749A82E6}">
      <dsp:nvSpPr>
        <dsp:cNvPr id="0" name=""/>
        <dsp:cNvSpPr/>
      </dsp:nvSpPr>
      <dsp:spPr>
        <a:xfrm>
          <a:off x="3719395" y="817933"/>
          <a:ext cx="11154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D9113-FA1C-4D0F-A005-CB19844B91D1}">
      <dsp:nvSpPr>
        <dsp:cNvPr id="0" name=""/>
        <dsp:cNvSpPr/>
      </dsp:nvSpPr>
      <dsp:spPr>
        <a:xfrm>
          <a:off x="4864562" y="776326"/>
          <a:ext cx="57010" cy="10708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F27ED-9EC1-4FF6-98FA-2158A14FECDD}">
      <dsp:nvSpPr>
        <dsp:cNvPr id="0" name=""/>
        <dsp:cNvSpPr/>
      </dsp:nvSpPr>
      <dsp:spPr>
        <a:xfrm>
          <a:off x="4062459" y="603322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</a:t>
          </a:r>
        </a:p>
      </dsp:txBody>
      <dsp:txXfrm>
        <a:off x="4125328" y="666191"/>
        <a:ext cx="303555" cy="303555"/>
      </dsp:txXfrm>
    </dsp:sp>
    <dsp:sp modelId="{B458696E-616A-4B46-9545-0F31D24A93C7}">
      <dsp:nvSpPr>
        <dsp:cNvPr id="0" name=""/>
        <dsp:cNvSpPr/>
      </dsp:nvSpPr>
      <dsp:spPr>
        <a:xfrm>
          <a:off x="3719395" y="1198218"/>
          <a:ext cx="11154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6" tIns="165100" rIns="879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Regulatory &amp; Policy Environment</a:t>
          </a:r>
        </a:p>
      </dsp:txBody>
      <dsp:txXfrm>
        <a:off x="3719395" y="1421302"/>
        <a:ext cx="1115422" cy="1742516"/>
      </dsp:txXfrm>
    </dsp:sp>
    <dsp:sp modelId="{3EFCEE2C-3ADF-4F8D-9D14-68F20EBEF7D4}">
      <dsp:nvSpPr>
        <dsp:cNvPr id="0" name=""/>
        <dsp:cNvSpPr/>
      </dsp:nvSpPr>
      <dsp:spPr>
        <a:xfrm>
          <a:off x="4958753" y="817933"/>
          <a:ext cx="11154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D2810-DC9B-4D33-A665-ACADEC3AB446}">
      <dsp:nvSpPr>
        <dsp:cNvPr id="0" name=""/>
        <dsp:cNvSpPr/>
      </dsp:nvSpPr>
      <dsp:spPr>
        <a:xfrm>
          <a:off x="6103920" y="776326"/>
          <a:ext cx="57010" cy="10708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2BA8E-C99B-4C9D-9258-F489475964CC}">
      <dsp:nvSpPr>
        <dsp:cNvPr id="0" name=""/>
        <dsp:cNvSpPr/>
      </dsp:nvSpPr>
      <dsp:spPr>
        <a:xfrm>
          <a:off x="5301817" y="603322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</a:t>
          </a:r>
        </a:p>
      </dsp:txBody>
      <dsp:txXfrm>
        <a:off x="5364686" y="666191"/>
        <a:ext cx="303555" cy="303555"/>
      </dsp:txXfrm>
    </dsp:sp>
    <dsp:sp modelId="{857FD05A-B858-47BF-B4E0-B80C8B8CB7A6}">
      <dsp:nvSpPr>
        <dsp:cNvPr id="0" name=""/>
        <dsp:cNvSpPr/>
      </dsp:nvSpPr>
      <dsp:spPr>
        <a:xfrm>
          <a:off x="4958753" y="1198218"/>
          <a:ext cx="11154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6" tIns="165100" rIns="879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Analysis of regulatory oversight and tariff-setting mechanisms.</a:t>
          </a:r>
        </a:p>
      </dsp:txBody>
      <dsp:txXfrm>
        <a:off x="4958753" y="1421302"/>
        <a:ext cx="1115422" cy="1742516"/>
      </dsp:txXfrm>
    </dsp:sp>
    <dsp:sp modelId="{EA88F29A-2A61-4A73-8BAA-978D3DD32B5A}">
      <dsp:nvSpPr>
        <dsp:cNvPr id="0" name=""/>
        <dsp:cNvSpPr/>
      </dsp:nvSpPr>
      <dsp:spPr>
        <a:xfrm>
          <a:off x="6198112" y="817933"/>
          <a:ext cx="11154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D762D-9694-4724-A84B-D96E568A7C12}">
      <dsp:nvSpPr>
        <dsp:cNvPr id="0" name=""/>
        <dsp:cNvSpPr/>
      </dsp:nvSpPr>
      <dsp:spPr>
        <a:xfrm>
          <a:off x="7343279" y="776326"/>
          <a:ext cx="57010" cy="10708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D982F-9EC2-4406-AFAF-E75E83F8EA8A}">
      <dsp:nvSpPr>
        <dsp:cNvPr id="0" name=""/>
        <dsp:cNvSpPr/>
      </dsp:nvSpPr>
      <dsp:spPr>
        <a:xfrm>
          <a:off x="6541176" y="603322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</a:t>
          </a:r>
        </a:p>
      </dsp:txBody>
      <dsp:txXfrm>
        <a:off x="6604045" y="666191"/>
        <a:ext cx="303555" cy="303555"/>
      </dsp:txXfrm>
    </dsp:sp>
    <dsp:sp modelId="{C2F108D2-A808-4429-A524-89F3810393A2}">
      <dsp:nvSpPr>
        <dsp:cNvPr id="0" name=""/>
        <dsp:cNvSpPr/>
      </dsp:nvSpPr>
      <dsp:spPr>
        <a:xfrm>
          <a:off x="6198112" y="1198218"/>
          <a:ext cx="11154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6" tIns="165100" rIns="879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Impact of government policies on renewables, grid expansion, and gas infrastructure.</a:t>
          </a:r>
        </a:p>
      </dsp:txBody>
      <dsp:txXfrm>
        <a:off x="6198112" y="1421302"/>
        <a:ext cx="1115422" cy="1742516"/>
      </dsp:txXfrm>
    </dsp:sp>
    <dsp:sp modelId="{8F8FB9E8-CEF7-4C11-9F1A-A2E27B79F9ED}">
      <dsp:nvSpPr>
        <dsp:cNvPr id="0" name=""/>
        <dsp:cNvSpPr/>
      </dsp:nvSpPr>
      <dsp:spPr>
        <a:xfrm>
          <a:off x="7437470" y="817933"/>
          <a:ext cx="11154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21CF2-520B-4431-8EF0-115AC5EBFCD8}">
      <dsp:nvSpPr>
        <dsp:cNvPr id="0" name=""/>
        <dsp:cNvSpPr/>
      </dsp:nvSpPr>
      <dsp:spPr>
        <a:xfrm>
          <a:off x="8582637" y="776326"/>
          <a:ext cx="57010" cy="10708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B397E1-2CDD-4718-B05A-FC79E1581597}">
      <dsp:nvSpPr>
        <dsp:cNvPr id="0" name=""/>
        <dsp:cNvSpPr/>
      </dsp:nvSpPr>
      <dsp:spPr>
        <a:xfrm>
          <a:off x="7780534" y="603322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7</a:t>
          </a:r>
        </a:p>
      </dsp:txBody>
      <dsp:txXfrm>
        <a:off x="7843403" y="666191"/>
        <a:ext cx="303555" cy="303555"/>
      </dsp:txXfrm>
    </dsp:sp>
    <dsp:sp modelId="{332B9BCD-F98F-4000-A073-8826BC5F4385}">
      <dsp:nvSpPr>
        <dsp:cNvPr id="0" name=""/>
        <dsp:cNvSpPr/>
      </dsp:nvSpPr>
      <dsp:spPr>
        <a:xfrm>
          <a:off x="7437470" y="1198218"/>
          <a:ext cx="111549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92" tIns="165100" rIns="8799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Operational &amp; Financial Risks</a:t>
          </a:r>
        </a:p>
      </dsp:txBody>
      <dsp:txXfrm>
        <a:off x="7437470" y="1421318"/>
        <a:ext cx="1115498" cy="1742500"/>
      </dsp:txXfrm>
    </dsp:sp>
    <dsp:sp modelId="{36BE95B6-44CA-49F4-A494-CCED9F311A52}">
      <dsp:nvSpPr>
        <dsp:cNvPr id="0" name=""/>
        <dsp:cNvSpPr/>
      </dsp:nvSpPr>
      <dsp:spPr>
        <a:xfrm>
          <a:off x="8676913" y="817933"/>
          <a:ext cx="11154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11615-386C-4B33-8226-9CD5257CEA3F}">
      <dsp:nvSpPr>
        <dsp:cNvPr id="0" name=""/>
        <dsp:cNvSpPr/>
      </dsp:nvSpPr>
      <dsp:spPr>
        <a:xfrm>
          <a:off x="9822080" y="776326"/>
          <a:ext cx="57010" cy="10708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00AF2-F6E9-47FF-8596-2E01460CFBEC}">
      <dsp:nvSpPr>
        <dsp:cNvPr id="0" name=""/>
        <dsp:cNvSpPr/>
      </dsp:nvSpPr>
      <dsp:spPr>
        <a:xfrm>
          <a:off x="9019977" y="603322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8</a:t>
          </a:r>
        </a:p>
      </dsp:txBody>
      <dsp:txXfrm>
        <a:off x="9082846" y="666191"/>
        <a:ext cx="303555" cy="303555"/>
      </dsp:txXfrm>
    </dsp:sp>
    <dsp:sp modelId="{3F45FE54-F18F-4DB9-8DC5-91582B4702D3}">
      <dsp:nvSpPr>
        <dsp:cNvPr id="0" name=""/>
        <dsp:cNvSpPr/>
      </dsp:nvSpPr>
      <dsp:spPr>
        <a:xfrm>
          <a:off x="8676913" y="1198218"/>
          <a:ext cx="11154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6" tIns="165100" rIns="879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Exposure to State Electricity Boards (SEBs) and counterparty risk.</a:t>
          </a:r>
        </a:p>
      </dsp:txBody>
      <dsp:txXfrm>
        <a:off x="8676913" y="1421302"/>
        <a:ext cx="1115422" cy="1742516"/>
      </dsp:txXfrm>
    </dsp:sp>
    <dsp:sp modelId="{7BC01E1C-A613-44D5-B8F7-C53175EEC495}">
      <dsp:nvSpPr>
        <dsp:cNvPr id="0" name=""/>
        <dsp:cNvSpPr/>
      </dsp:nvSpPr>
      <dsp:spPr>
        <a:xfrm>
          <a:off x="9916271" y="817933"/>
          <a:ext cx="557711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48B1EE-E112-479E-BCF9-F3D6B20013BA}">
      <dsp:nvSpPr>
        <dsp:cNvPr id="0" name=""/>
        <dsp:cNvSpPr/>
      </dsp:nvSpPr>
      <dsp:spPr>
        <a:xfrm>
          <a:off x="10259336" y="603322"/>
          <a:ext cx="429293" cy="429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59" tIns="16659" rIns="16659" bIns="1665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9</a:t>
          </a:r>
        </a:p>
      </dsp:txBody>
      <dsp:txXfrm>
        <a:off x="10322205" y="666191"/>
        <a:ext cx="303555" cy="303555"/>
      </dsp:txXfrm>
    </dsp:sp>
    <dsp:sp modelId="{7A228899-6E7A-43DC-A9E4-572D18DA88DA}">
      <dsp:nvSpPr>
        <dsp:cNvPr id="0" name=""/>
        <dsp:cNvSpPr/>
      </dsp:nvSpPr>
      <dsp:spPr>
        <a:xfrm>
          <a:off x="9916271" y="1198218"/>
          <a:ext cx="11154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6" tIns="165100" rIns="879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Project execution risk, fuel availability, and cost pass-through mechanisms.</a:t>
          </a:r>
        </a:p>
      </dsp:txBody>
      <dsp:txXfrm>
        <a:off x="9916271" y="1421302"/>
        <a:ext cx="1115422" cy="17425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F72F9-38D0-48F2-8D92-1137A5D49707}">
      <dsp:nvSpPr>
        <dsp:cNvPr id="0" name=""/>
        <dsp:cNvSpPr/>
      </dsp:nvSpPr>
      <dsp:spPr>
        <a:xfrm>
          <a:off x="33945" y="743200"/>
          <a:ext cx="820241" cy="8202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FB443-52C3-4BE0-894C-20792B3E9A81}">
      <dsp:nvSpPr>
        <dsp:cNvPr id="0" name=""/>
        <dsp:cNvSpPr/>
      </dsp:nvSpPr>
      <dsp:spPr>
        <a:xfrm>
          <a:off x="206195" y="915450"/>
          <a:ext cx="475739" cy="4757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05F601-723A-4760-AA24-75AA64E8649C}">
      <dsp:nvSpPr>
        <dsp:cNvPr id="0" name=""/>
        <dsp:cNvSpPr/>
      </dsp:nvSpPr>
      <dsp:spPr>
        <a:xfrm>
          <a:off x="1029952" y="743200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Companies evaluated using a structured multi-factor scoring model combining quantitative and qualitative parameters.</a:t>
          </a:r>
        </a:p>
      </dsp:txBody>
      <dsp:txXfrm>
        <a:off x="1029952" y="743200"/>
        <a:ext cx="1933425" cy="820241"/>
      </dsp:txXfrm>
    </dsp:sp>
    <dsp:sp modelId="{1EF6268A-160F-4ED0-9AE0-C6F287767775}">
      <dsp:nvSpPr>
        <dsp:cNvPr id="0" name=""/>
        <dsp:cNvSpPr/>
      </dsp:nvSpPr>
      <dsp:spPr>
        <a:xfrm>
          <a:off x="3300262" y="743200"/>
          <a:ext cx="820241" cy="8202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D4BE9-7ECD-420F-958B-DF94301D69C1}">
      <dsp:nvSpPr>
        <dsp:cNvPr id="0" name=""/>
        <dsp:cNvSpPr/>
      </dsp:nvSpPr>
      <dsp:spPr>
        <a:xfrm>
          <a:off x="3472512" y="915450"/>
          <a:ext cx="475739" cy="4757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A3B3C-96CF-4A82-B815-0DCC09A70AE5}">
      <dsp:nvSpPr>
        <dsp:cNvPr id="0" name=""/>
        <dsp:cNvSpPr/>
      </dsp:nvSpPr>
      <dsp:spPr>
        <a:xfrm>
          <a:off x="4296269" y="743200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Individual scores assigned across valuation, profitability, risk, and income metrics.</a:t>
          </a:r>
        </a:p>
      </dsp:txBody>
      <dsp:txXfrm>
        <a:off x="4296269" y="743200"/>
        <a:ext cx="1933425" cy="820241"/>
      </dsp:txXfrm>
    </dsp:sp>
    <dsp:sp modelId="{FC3F7628-4F8D-481B-8EDB-C4E8DF5D9216}">
      <dsp:nvSpPr>
        <dsp:cNvPr id="0" name=""/>
        <dsp:cNvSpPr/>
      </dsp:nvSpPr>
      <dsp:spPr>
        <a:xfrm>
          <a:off x="33945" y="2203886"/>
          <a:ext cx="820241" cy="8202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4161A3-9466-4E3D-852C-F57EA3198BB5}">
      <dsp:nvSpPr>
        <dsp:cNvPr id="0" name=""/>
        <dsp:cNvSpPr/>
      </dsp:nvSpPr>
      <dsp:spPr>
        <a:xfrm>
          <a:off x="206195" y="2376137"/>
          <a:ext cx="475739" cy="4757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9CEB6-78FA-48B8-9F65-6DCCC1121AF5}">
      <dsp:nvSpPr>
        <dsp:cNvPr id="0" name=""/>
        <dsp:cNvSpPr/>
      </dsp:nvSpPr>
      <dsp:spPr>
        <a:xfrm>
          <a:off x="1029952" y="2203886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Qualitative factors incorporated to adjust for regulatory exposure, business model stability, and earnings visibility.</a:t>
          </a:r>
        </a:p>
      </dsp:txBody>
      <dsp:txXfrm>
        <a:off x="1029952" y="2203886"/>
        <a:ext cx="1933425" cy="820241"/>
      </dsp:txXfrm>
    </dsp:sp>
    <dsp:sp modelId="{E17B612A-6F95-409A-A4F2-77EF00D8D7DA}">
      <dsp:nvSpPr>
        <dsp:cNvPr id="0" name=""/>
        <dsp:cNvSpPr/>
      </dsp:nvSpPr>
      <dsp:spPr>
        <a:xfrm>
          <a:off x="3300262" y="2203886"/>
          <a:ext cx="820241" cy="8202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FA7AC-5010-4A85-8E8D-A3BDA70FF3C2}">
      <dsp:nvSpPr>
        <dsp:cNvPr id="0" name=""/>
        <dsp:cNvSpPr/>
      </dsp:nvSpPr>
      <dsp:spPr>
        <a:xfrm>
          <a:off x="3472512" y="2376137"/>
          <a:ext cx="475739" cy="4757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0DA44-D0D3-4202-82D2-64299E0D79F4}">
      <dsp:nvSpPr>
        <dsp:cNvPr id="0" name=""/>
        <dsp:cNvSpPr/>
      </dsp:nvSpPr>
      <dsp:spPr>
        <a:xfrm>
          <a:off x="4296269" y="2203886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Final composite score used to rank companies and identify top investment candidates.</a:t>
          </a:r>
        </a:p>
      </dsp:txBody>
      <dsp:txXfrm>
        <a:off x="4296269" y="2203886"/>
        <a:ext cx="1933425" cy="82024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23996B-B64F-4229-BA40-9495CB4A50DD}">
      <dsp:nvSpPr>
        <dsp:cNvPr id="0" name=""/>
        <dsp:cNvSpPr/>
      </dsp:nvSpPr>
      <dsp:spPr>
        <a:xfrm>
          <a:off x="271643" y="708985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B69E5-D8A3-4588-8175-0E4211CC8419}">
      <dsp:nvSpPr>
        <dsp:cNvPr id="0" name=""/>
        <dsp:cNvSpPr/>
      </dsp:nvSpPr>
      <dsp:spPr>
        <a:xfrm>
          <a:off x="451485" y="888827"/>
          <a:ext cx="484189" cy="4841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CCB2B-562B-41F2-A40C-D471445AA7A7}">
      <dsp:nvSpPr>
        <dsp:cNvPr id="0" name=""/>
        <dsp:cNvSpPr/>
      </dsp:nvSpPr>
      <dsp:spPr>
        <a:xfrm>
          <a:off x="1881" y="1815704"/>
          <a:ext cx="1383398" cy="916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Final investment candidates selected based on superior composite scores across valuation, profitability, risk, and income parameters.</a:t>
          </a:r>
        </a:p>
      </dsp:txBody>
      <dsp:txXfrm>
        <a:off x="1881" y="1815704"/>
        <a:ext cx="1383398" cy="916501"/>
      </dsp:txXfrm>
    </dsp:sp>
    <dsp:sp modelId="{2B31317A-50D7-4D96-8B8E-686702A50187}">
      <dsp:nvSpPr>
        <dsp:cNvPr id="0" name=""/>
        <dsp:cNvSpPr/>
      </dsp:nvSpPr>
      <dsp:spPr>
        <a:xfrm>
          <a:off x="1897136" y="708985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B3350-9C9A-4852-8AF6-99E2DBD1702D}">
      <dsp:nvSpPr>
        <dsp:cNvPr id="0" name=""/>
        <dsp:cNvSpPr/>
      </dsp:nvSpPr>
      <dsp:spPr>
        <a:xfrm>
          <a:off x="2076978" y="888827"/>
          <a:ext cx="484189" cy="4841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3D824-68BD-443E-8127-EAA27D6B3680}">
      <dsp:nvSpPr>
        <dsp:cNvPr id="0" name=""/>
        <dsp:cNvSpPr/>
      </dsp:nvSpPr>
      <dsp:spPr>
        <a:xfrm>
          <a:off x="1627374" y="1815704"/>
          <a:ext cx="1383398" cy="916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Selected companies exhibit strong operating fundamentals, manageable leverage, and stable cash-flow generation.</a:t>
          </a:r>
        </a:p>
      </dsp:txBody>
      <dsp:txXfrm>
        <a:off x="1627374" y="1815704"/>
        <a:ext cx="1383398" cy="916501"/>
      </dsp:txXfrm>
    </dsp:sp>
    <dsp:sp modelId="{1874D1EF-566E-4524-972E-F2AE65BAA999}">
      <dsp:nvSpPr>
        <dsp:cNvPr id="0" name=""/>
        <dsp:cNvSpPr/>
      </dsp:nvSpPr>
      <dsp:spPr>
        <a:xfrm>
          <a:off x="3522630" y="708985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796D9-DEBC-4851-923A-3EC55A35356B}">
      <dsp:nvSpPr>
        <dsp:cNvPr id="0" name=""/>
        <dsp:cNvSpPr/>
      </dsp:nvSpPr>
      <dsp:spPr>
        <a:xfrm>
          <a:off x="3702471" y="888827"/>
          <a:ext cx="484189" cy="4841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9E704-E44C-46FA-94A8-5D4C0BA4BFEA}">
      <dsp:nvSpPr>
        <dsp:cNvPr id="0" name=""/>
        <dsp:cNvSpPr/>
      </dsp:nvSpPr>
      <dsp:spPr>
        <a:xfrm>
          <a:off x="3252867" y="1815704"/>
          <a:ext cx="1383398" cy="916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Valuations remain reasonable relative to sector peers, providing a favourable risk–reward profile.</a:t>
          </a:r>
        </a:p>
      </dsp:txBody>
      <dsp:txXfrm>
        <a:off x="3252867" y="1815704"/>
        <a:ext cx="1383398" cy="916501"/>
      </dsp:txXfrm>
    </dsp:sp>
    <dsp:sp modelId="{90AFB350-69B8-45A5-84FB-B85883535512}">
      <dsp:nvSpPr>
        <dsp:cNvPr id="0" name=""/>
        <dsp:cNvSpPr/>
      </dsp:nvSpPr>
      <dsp:spPr>
        <a:xfrm>
          <a:off x="5148123" y="708985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58FC6-9C50-4F17-BAE5-222ADD0F3411}">
      <dsp:nvSpPr>
        <dsp:cNvPr id="0" name=""/>
        <dsp:cNvSpPr/>
      </dsp:nvSpPr>
      <dsp:spPr>
        <a:xfrm>
          <a:off x="5327965" y="888827"/>
          <a:ext cx="484189" cy="4841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F8D56-DC87-40B0-8606-EF5F15C64EB3}">
      <dsp:nvSpPr>
        <dsp:cNvPr id="0" name=""/>
        <dsp:cNvSpPr/>
      </dsp:nvSpPr>
      <dsp:spPr>
        <a:xfrm>
          <a:off x="4878360" y="1815704"/>
          <a:ext cx="1383398" cy="916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Long-term earnings visibility supported by regulated operations, PPAs, and sector tailwinds.</a:t>
          </a:r>
        </a:p>
      </dsp:txBody>
      <dsp:txXfrm>
        <a:off x="4878360" y="1815704"/>
        <a:ext cx="1383398" cy="91650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4D543E-7B22-497F-9833-894ED388079E}">
      <dsp:nvSpPr>
        <dsp:cNvPr id="0" name=""/>
        <dsp:cNvSpPr/>
      </dsp:nvSpPr>
      <dsp:spPr>
        <a:xfrm>
          <a:off x="453311" y="211422"/>
          <a:ext cx="738808" cy="7388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80981-706D-4D80-872C-655A3100D6DC}">
      <dsp:nvSpPr>
        <dsp:cNvPr id="0" name=""/>
        <dsp:cNvSpPr/>
      </dsp:nvSpPr>
      <dsp:spPr>
        <a:xfrm>
          <a:off x="1816" y="1218244"/>
          <a:ext cx="1641796" cy="779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Certain companies were excluded from the final investment list due to weak financial and risk profiles.</a:t>
          </a:r>
        </a:p>
      </dsp:txBody>
      <dsp:txXfrm>
        <a:off x="1816" y="1218244"/>
        <a:ext cx="1641796" cy="779853"/>
      </dsp:txXfrm>
    </dsp:sp>
    <dsp:sp modelId="{CAE13BC8-88F2-412E-9136-3C4E91B99D28}">
      <dsp:nvSpPr>
        <dsp:cNvPr id="0" name=""/>
        <dsp:cNvSpPr/>
      </dsp:nvSpPr>
      <dsp:spPr>
        <a:xfrm>
          <a:off x="2382422" y="211422"/>
          <a:ext cx="738808" cy="7388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A7C20-ACCF-475F-B2B5-6B004989BBED}">
      <dsp:nvSpPr>
        <dsp:cNvPr id="0" name=""/>
        <dsp:cNvSpPr/>
      </dsp:nvSpPr>
      <dsp:spPr>
        <a:xfrm>
          <a:off x="1930928" y="1218244"/>
          <a:ext cx="1641796" cy="779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Key concerns include high leverage, negative or weak interest coverage, and inconsistent profitability.</a:t>
          </a:r>
        </a:p>
      </dsp:txBody>
      <dsp:txXfrm>
        <a:off x="1930928" y="1218244"/>
        <a:ext cx="1641796" cy="779853"/>
      </dsp:txXfrm>
    </dsp:sp>
    <dsp:sp modelId="{A3188941-BC8F-46EC-A17E-7D5376C6AD07}">
      <dsp:nvSpPr>
        <dsp:cNvPr id="0" name=""/>
        <dsp:cNvSpPr/>
      </dsp:nvSpPr>
      <dsp:spPr>
        <a:xfrm>
          <a:off x="453311" y="2408547"/>
          <a:ext cx="738808" cy="7388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67F18-D9C2-401C-A93D-FB56978406E8}">
      <dsp:nvSpPr>
        <dsp:cNvPr id="0" name=""/>
        <dsp:cNvSpPr/>
      </dsp:nvSpPr>
      <dsp:spPr>
        <a:xfrm>
          <a:off x="1816" y="3415369"/>
          <a:ext cx="1641796" cy="779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Elevated exposure to SEBs, regulatory uncertainty, and execution risk further impacts investment attractiveness.</a:t>
          </a:r>
        </a:p>
      </dsp:txBody>
      <dsp:txXfrm>
        <a:off x="1816" y="3415369"/>
        <a:ext cx="1641796" cy="779853"/>
      </dsp:txXfrm>
    </dsp:sp>
    <dsp:sp modelId="{444590FB-6FE4-4E03-8A63-B8E1C7FB99A8}">
      <dsp:nvSpPr>
        <dsp:cNvPr id="0" name=""/>
        <dsp:cNvSpPr/>
      </dsp:nvSpPr>
      <dsp:spPr>
        <a:xfrm>
          <a:off x="2382422" y="2408547"/>
          <a:ext cx="738808" cy="7388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C3FDA-FC35-4EE0-8A36-66515D0228B6}">
      <dsp:nvSpPr>
        <dsp:cNvPr id="0" name=""/>
        <dsp:cNvSpPr/>
      </dsp:nvSpPr>
      <dsp:spPr>
        <a:xfrm>
          <a:off x="1930928" y="3415369"/>
          <a:ext cx="1641796" cy="779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Despite sector relevance, these companies currently do not meet the required risk–return criteria for investment.</a:t>
          </a:r>
        </a:p>
      </dsp:txBody>
      <dsp:txXfrm>
        <a:off x="1930928" y="3415369"/>
        <a:ext cx="1641796" cy="7798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3BFAE-9D76-4E83-AFD8-7FD76489F0F1}">
      <dsp:nvSpPr>
        <dsp:cNvPr id="0" name=""/>
        <dsp:cNvSpPr/>
      </dsp:nvSpPr>
      <dsp:spPr>
        <a:xfrm>
          <a:off x="0" y="95094"/>
          <a:ext cx="1115568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Regulatory &amp; Policy Risk: Changes in tariff regulations, renewable policies, or gas pricing mechanisms may impact earnings visibility.</a:t>
          </a:r>
        </a:p>
      </dsp:txBody>
      <dsp:txXfrm>
        <a:off x="33012" y="128106"/>
        <a:ext cx="11089656" cy="610236"/>
      </dsp:txXfrm>
    </dsp:sp>
    <dsp:sp modelId="{D3706476-06C6-4881-B043-34B8F1CD8E8F}">
      <dsp:nvSpPr>
        <dsp:cNvPr id="0" name=""/>
        <dsp:cNvSpPr/>
      </dsp:nvSpPr>
      <dsp:spPr>
        <a:xfrm>
          <a:off x="0" y="820314"/>
          <a:ext cx="1115568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SEB Counterparty Risk: Delays in payments from State Electricity Boards can affect cash flows and working capital cycles.</a:t>
          </a:r>
        </a:p>
      </dsp:txBody>
      <dsp:txXfrm>
        <a:off x="33012" y="853326"/>
        <a:ext cx="11089656" cy="610236"/>
      </dsp:txXfrm>
    </dsp:sp>
    <dsp:sp modelId="{09664175-E950-405D-B683-DAFCAEC9046E}">
      <dsp:nvSpPr>
        <dsp:cNvPr id="0" name=""/>
        <dsp:cNvSpPr/>
      </dsp:nvSpPr>
      <dsp:spPr>
        <a:xfrm>
          <a:off x="0" y="1545534"/>
          <a:ext cx="1115568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Fuel &amp; Input Cost Risk: Volatility in coal, gas, or fuel availability may pressure margins where cost pass-through is limited.</a:t>
          </a:r>
        </a:p>
      </dsp:txBody>
      <dsp:txXfrm>
        <a:off x="33012" y="1578546"/>
        <a:ext cx="11089656" cy="610236"/>
      </dsp:txXfrm>
    </dsp:sp>
    <dsp:sp modelId="{9744C099-7C22-4F63-BA36-85FA00192583}">
      <dsp:nvSpPr>
        <dsp:cNvPr id="0" name=""/>
        <dsp:cNvSpPr/>
      </dsp:nvSpPr>
      <dsp:spPr>
        <a:xfrm>
          <a:off x="0" y="2270754"/>
          <a:ext cx="1115568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Interest Rate &amp; Financing Risk: Rising interest rates can increase borrowing costs and impact leveraged utilities.</a:t>
          </a:r>
        </a:p>
      </dsp:txBody>
      <dsp:txXfrm>
        <a:off x="33012" y="2303766"/>
        <a:ext cx="11089656" cy="610236"/>
      </dsp:txXfrm>
    </dsp:sp>
    <dsp:sp modelId="{FA15446B-582C-4113-B426-9F92DAFD2718}">
      <dsp:nvSpPr>
        <dsp:cNvPr id="0" name=""/>
        <dsp:cNvSpPr/>
      </dsp:nvSpPr>
      <dsp:spPr>
        <a:xfrm>
          <a:off x="0" y="2995973"/>
          <a:ext cx="1115568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Execution &amp; Project Risk: Delays in project commissioning or capex overruns may affect expected returns.</a:t>
          </a:r>
        </a:p>
      </dsp:txBody>
      <dsp:txXfrm>
        <a:off x="33012" y="3028985"/>
        <a:ext cx="11089656" cy="61023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6F920-7602-4B17-A0FD-AED004ECE841}">
      <dsp:nvSpPr>
        <dsp:cNvPr id="0" name=""/>
        <dsp:cNvSpPr/>
      </dsp:nvSpPr>
      <dsp:spPr>
        <a:xfrm>
          <a:off x="0" y="467"/>
          <a:ext cx="47731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4969F-B029-4AB5-8A9D-9AACB5DD1C93}">
      <dsp:nvSpPr>
        <dsp:cNvPr id="0" name=""/>
        <dsp:cNvSpPr/>
      </dsp:nvSpPr>
      <dsp:spPr>
        <a:xfrm>
          <a:off x="0" y="467"/>
          <a:ext cx="4773168" cy="766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Based on comprehensive quantitative screening of ~60 listed utilities companies and detailed qualitative assessment, three companies emerge as clear BUY candidates.</a:t>
          </a:r>
        </a:p>
      </dsp:txBody>
      <dsp:txXfrm>
        <a:off x="0" y="467"/>
        <a:ext cx="4773168" cy="766080"/>
      </dsp:txXfrm>
    </dsp:sp>
    <dsp:sp modelId="{4BC5FAC2-D09B-41FF-9EDD-3B86B979F022}">
      <dsp:nvSpPr>
        <dsp:cNvPr id="0" name=""/>
        <dsp:cNvSpPr/>
      </dsp:nvSpPr>
      <dsp:spPr>
        <a:xfrm>
          <a:off x="0" y="766547"/>
          <a:ext cx="47731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141D7-4AA7-4E76-9051-05DB1DDC192C}">
      <dsp:nvSpPr>
        <dsp:cNvPr id="0" name=""/>
        <dsp:cNvSpPr/>
      </dsp:nvSpPr>
      <dsp:spPr>
        <a:xfrm>
          <a:off x="0" y="766547"/>
          <a:ext cx="4773168" cy="766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BUY-rated companies demonstrate strong operating fundamentals, stable cash-flow generation, and resilient balance-sheet profiles.</a:t>
          </a:r>
        </a:p>
      </dsp:txBody>
      <dsp:txXfrm>
        <a:off x="0" y="766547"/>
        <a:ext cx="4773168" cy="766080"/>
      </dsp:txXfrm>
    </dsp:sp>
    <dsp:sp modelId="{FD279F33-7EBF-41FA-9E5A-662DF16EBED3}">
      <dsp:nvSpPr>
        <dsp:cNvPr id="0" name=""/>
        <dsp:cNvSpPr/>
      </dsp:nvSpPr>
      <dsp:spPr>
        <a:xfrm>
          <a:off x="0" y="1532627"/>
          <a:ext cx="47731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479F4-1209-43B7-8E17-8F137613469A}">
      <dsp:nvSpPr>
        <dsp:cNvPr id="0" name=""/>
        <dsp:cNvSpPr/>
      </dsp:nvSpPr>
      <dsp:spPr>
        <a:xfrm>
          <a:off x="0" y="1532627"/>
          <a:ext cx="4773168" cy="766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Regulated business models, long-term PPAs, and essential-service demand provide high earnings visibility and downside protection.</a:t>
          </a:r>
        </a:p>
      </dsp:txBody>
      <dsp:txXfrm>
        <a:off x="0" y="1532627"/>
        <a:ext cx="4773168" cy="766080"/>
      </dsp:txXfrm>
    </dsp:sp>
    <dsp:sp modelId="{CBC3E773-4B7B-4B21-814D-45C52BD9055E}">
      <dsp:nvSpPr>
        <dsp:cNvPr id="0" name=""/>
        <dsp:cNvSpPr/>
      </dsp:nvSpPr>
      <dsp:spPr>
        <a:xfrm>
          <a:off x="0" y="2298708"/>
          <a:ext cx="47731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481CD-070A-44C9-A441-0AD81E89AABF}">
      <dsp:nvSpPr>
        <dsp:cNvPr id="0" name=""/>
        <dsp:cNvSpPr/>
      </dsp:nvSpPr>
      <dsp:spPr>
        <a:xfrm>
          <a:off x="0" y="2298708"/>
          <a:ext cx="4773168" cy="766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Valuations remain reasonable relative to sector peers, offering attractive risk-adjusted return potential over the medium to long term.</a:t>
          </a:r>
        </a:p>
      </dsp:txBody>
      <dsp:txXfrm>
        <a:off x="0" y="2298708"/>
        <a:ext cx="4773168" cy="766080"/>
      </dsp:txXfrm>
    </dsp:sp>
    <dsp:sp modelId="{D70C8B5B-00C7-4B6B-8658-8B74E9F7BEB3}">
      <dsp:nvSpPr>
        <dsp:cNvPr id="0" name=""/>
        <dsp:cNvSpPr/>
      </dsp:nvSpPr>
      <dsp:spPr>
        <a:xfrm>
          <a:off x="0" y="3064788"/>
          <a:ext cx="47731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4BC7F-CDA7-43E3-AAFB-A1175EA3769F}">
      <dsp:nvSpPr>
        <dsp:cNvPr id="0" name=""/>
        <dsp:cNvSpPr/>
      </dsp:nvSpPr>
      <dsp:spPr>
        <a:xfrm>
          <a:off x="0" y="3064788"/>
          <a:ext cx="4773168" cy="766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investment approach remains disciplined and selective, with strict avoidance of highly leveraged, loss-making, or execution-driven business models.</a:t>
          </a:r>
        </a:p>
      </dsp:txBody>
      <dsp:txXfrm>
        <a:off x="0" y="3064788"/>
        <a:ext cx="4773168" cy="766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9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4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6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1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1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0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95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1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9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0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7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chart" Target="../charts/char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chart" Target="../charts/chart4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chart" Target="../charts/char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A group of power lines&#10;&#10;AI-generated content may be incorrect.">
            <a:extLst>
              <a:ext uri="{FF2B5EF4-FFF2-40B4-BE49-F238E27FC236}">
                <a16:creationId xmlns:a16="http://schemas.microsoft.com/office/drawing/2014/main" id="{01C65774-8BE5-B676-A038-C7F0A1FC57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10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71CF1-0B76-FD14-B19C-FD868E0BC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UTILITIES SECTOR</a:t>
            </a:r>
            <a:br>
              <a:rPr lang="en-US" sz="3300"/>
            </a:br>
            <a:r>
              <a:rPr lang="en-US" sz="3300"/>
              <a:t>EQUITY RESEARCH &amp; INVESTMENT 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A2141-A064-3627-A5FA-FBF23EC79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 fontScale="92500" lnSpcReduction="10000"/>
          </a:bodyPr>
          <a:lstStyle/>
          <a:p>
            <a:r>
              <a:rPr lang="en-US" dirty="0"/>
              <a:t>Quantitative &amp; Qualitative Analysis of Indian Utilities Companies</a:t>
            </a:r>
          </a:p>
          <a:p>
            <a:r>
              <a:rPr lang="en-US" dirty="0"/>
              <a:t>Prepared by: Suraj Kumar Thakur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258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08C87-8E7F-2F81-698D-36CAFA82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AD93569-30E4-BFFC-0526-4CD9C85BF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981297"/>
              </p:ext>
            </p:extLst>
          </p:nvPr>
        </p:nvGraphicFramePr>
        <p:xfrm>
          <a:off x="515112" y="1907286"/>
          <a:ext cx="11155680" cy="4159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930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1E50E-334D-0AF3-A276-FDE304B9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INVESTMENT OBJECTIVE &amp; RESEARCH APPROACH</a:t>
            </a:r>
            <a:br>
              <a:rPr lang="en-US" sz="3100" dirty="0"/>
            </a:br>
            <a:endParaRPr lang="en-US" sz="3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Financial">
            <a:extLst>
              <a:ext uri="{FF2B5EF4-FFF2-40B4-BE49-F238E27FC236}">
                <a16:creationId xmlns:a16="http://schemas.microsoft.com/office/drawing/2014/main" id="{95031CBF-C842-FE3E-23B1-F60946080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AC087-AE09-3051-D3A7-1436DBAFB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 Objective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fundamentally strong utilities companies with sustainable cash flows and long-term growth potential.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risk-adjusted returns rather than short-term price movements.</a:t>
            </a:r>
          </a:p>
          <a:p>
            <a:pPr>
              <a:lnSpc>
                <a:spcPct val="100000"/>
              </a:lnSpc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Approach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a broad universe of ~60 listed Indian utilities companies.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quantitative screening using valuation, profitability, leverage, and income ratios.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qualitative assessment covering business model, regulatory exposure, and earnings visibility.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 companies using a structured scoring framework to arrive at final investment candidates.</a:t>
            </a:r>
          </a:p>
          <a:p>
            <a:pPr>
              <a:lnSpc>
                <a:spcPct val="100000"/>
              </a:lnSpc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335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1B1E-9EA2-6712-94E9-EDCE827B5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UTILITIES SECTOR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891E-55CB-524C-EAE2-3F21E8B1B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27064" cy="37673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utilities sector provides essential services including electricity generation, transmission, distribution, and gas supply.</a:t>
            </a:r>
          </a:p>
          <a:p>
            <a:r>
              <a:rPr lang="en-US" dirty="0"/>
              <a:t>The sector is largely regulated, with revenue visibility supported by long-term contracts and regulated tariffs.</a:t>
            </a:r>
          </a:p>
          <a:p>
            <a:r>
              <a:rPr lang="en-US" dirty="0"/>
              <a:t>Demand for utilities remains relatively stable and non-cyclical, driven by economic growth and population expansion.</a:t>
            </a:r>
          </a:p>
          <a:p>
            <a:r>
              <a:rPr lang="en-US" dirty="0"/>
              <a:t> Government policy plays a critical role, especially in renewable energy adoption, grid expansion, and gas infrastructure development.</a:t>
            </a:r>
          </a:p>
          <a:p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16A64E3-A9BD-7605-4194-FD6BD3C508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950509"/>
              </p:ext>
            </p:extLst>
          </p:nvPr>
        </p:nvGraphicFramePr>
        <p:xfrm>
          <a:off x="6841744" y="1709928"/>
          <a:ext cx="4829048" cy="424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20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71E4-B8A5-279D-ABC7-AE7892E1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759333"/>
            <a:ext cx="11155680" cy="793242"/>
          </a:xfrm>
        </p:spPr>
        <p:txBody>
          <a:bodyPr>
            <a:normAutofit/>
          </a:bodyPr>
          <a:lstStyle/>
          <a:p>
            <a:r>
              <a:rPr lang="en-US" dirty="0"/>
              <a:t>Utilities Sector Coverage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AA056E-A7BD-2724-FF44-D0217C6E9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845899"/>
              </p:ext>
            </p:extLst>
          </p:nvPr>
        </p:nvGraphicFramePr>
        <p:xfrm>
          <a:off x="521207" y="1752600"/>
          <a:ext cx="4908043" cy="4794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7135C5A-7318-7184-07B4-E8163F72BE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8869119"/>
              </p:ext>
            </p:extLst>
          </p:nvPr>
        </p:nvGraphicFramePr>
        <p:xfrm>
          <a:off x="6324855" y="1752600"/>
          <a:ext cx="4908043" cy="4585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4816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2648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96613-B19D-FD88-BD76-C2F69BB8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1921383"/>
            <a:ext cx="5020056" cy="2574417"/>
          </a:xfrm>
        </p:spPr>
        <p:txBody>
          <a:bodyPr>
            <a:normAutofit/>
          </a:bodyPr>
          <a:lstStyle/>
          <a:p>
            <a:r>
              <a:rPr lang="en-US"/>
              <a:t>SCREENING &amp; EVALUATION FRAMEWORK</a:t>
            </a:r>
            <a:endParaRPr lang="en-US" dirty="0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4EA4CF51-542D-4FFB-4EFC-8849CEA873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281844"/>
              </p:ext>
            </p:extLst>
          </p:nvPr>
        </p:nvGraphicFramePr>
        <p:xfrm>
          <a:off x="6343650" y="978408"/>
          <a:ext cx="5333238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417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B32B0-7145-897F-1282-0708CE5E9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FINANCIAL FILTERING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BB1B24-C325-04DD-F64C-D4100E4D5A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871506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8D3C3B6-9AAB-5DAC-2308-B83BF5BBB9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3061369"/>
              </p:ext>
            </p:extLst>
          </p:nvPr>
        </p:nvGraphicFramePr>
        <p:xfrm>
          <a:off x="618744" y="2276924"/>
          <a:ext cx="3575304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7470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AC89-6AB6-229E-3478-F30BA40B4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1CAA-A737-B1A7-AF9F-93BECE8A3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404104" cy="3767328"/>
          </a:xfrm>
        </p:spPr>
        <p:txBody>
          <a:bodyPr>
            <a:normAutofit/>
          </a:bodyPr>
          <a:lstStyle/>
          <a:p>
            <a:r>
              <a:rPr lang="en-US" dirty="0"/>
              <a:t>Valuation comparison conducted using EV/EBITDA, P/E, and P/B multiples.</a:t>
            </a:r>
          </a:p>
          <a:p>
            <a:r>
              <a:rPr lang="en-US" dirty="0"/>
              <a:t>Multiples benchmarked against sector averages to identify relative undervaluation or overvaluation.</a:t>
            </a:r>
          </a:p>
          <a:p>
            <a:r>
              <a:rPr lang="en-US" dirty="0"/>
              <a:t>Preference given to companies trading at reasonable valuations while maintaining strong operating fundamentals.</a:t>
            </a:r>
          </a:p>
          <a:p>
            <a:r>
              <a:rPr lang="en-US" dirty="0"/>
              <a:t>Valuation metrics used in conjunction with profitability and risk indicators to avoid value traps.</a:t>
            </a:r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8F3D544-CAE0-D812-F6BD-6961E079B5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2490047"/>
              </p:ext>
            </p:extLst>
          </p:nvPr>
        </p:nvGraphicFramePr>
        <p:xfrm>
          <a:off x="6266688" y="2057400"/>
          <a:ext cx="5404104" cy="3822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427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F73B-67BC-F265-0AFB-E48C48E70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9917"/>
          </a:xfrm>
        </p:spPr>
        <p:txBody>
          <a:bodyPr>
            <a:normAutofit fontScale="90000"/>
          </a:bodyPr>
          <a:lstStyle/>
          <a:p>
            <a:r>
              <a:rPr lang="en-US" dirty="0"/>
              <a:t>PROFITABILITY ANALYSIS</a:t>
            </a:r>
            <a:br>
              <a:rPr lang="en-US" dirty="0"/>
            </a:br>
            <a:r>
              <a:rPr lang="en-US" sz="1200" b="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ROE/ROCE and stable margins indicate efficient capital allocation and operational strength.</a:t>
            </a:r>
            <a:br>
              <a:rPr lang="en-US" sz="1200" b="0" i="1" dirty="0"/>
            </a:br>
            <a:endParaRPr lang="en-US" b="0" i="1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4C8D527-888A-7F75-1434-74464A8543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5112" y="1984248"/>
          <a:ext cx="4818888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BCDA94E-9BBA-A70F-EE63-7DE5672B0C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3211742"/>
              </p:ext>
            </p:extLst>
          </p:nvPr>
        </p:nvGraphicFramePr>
        <p:xfrm>
          <a:off x="5149272" y="1920240"/>
          <a:ext cx="7042728" cy="3895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42690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22B7-DA20-7A28-07BF-7F1F2DFE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713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RISK &amp; LEVERAGE ANALYSIS</a:t>
            </a:r>
            <a:br>
              <a:rPr lang="en-US" sz="2400" dirty="0"/>
            </a:br>
            <a:r>
              <a:rPr lang="en-US" sz="1100" b="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leverage and higher interest coverage indicate stronger balance-sheet resilience.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385D-28BA-7A48-1872-D9C305AF4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dirty="0"/>
              <a:t>Balance-sheet risk assessed using leverage and debt-servicing metrics.</a:t>
            </a:r>
          </a:p>
          <a:p>
            <a:r>
              <a:rPr lang="en-US" dirty="0"/>
              <a:t>Debt/Equity ratio used to evaluate financial leverage and capital structure strength.</a:t>
            </a:r>
          </a:p>
          <a:p>
            <a:r>
              <a:rPr lang="en-US" dirty="0"/>
              <a:t>Interest Coverage ratio </a:t>
            </a:r>
            <a:r>
              <a:rPr lang="en-US" dirty="0" err="1"/>
              <a:t>analysed</a:t>
            </a:r>
            <a:r>
              <a:rPr lang="en-US" dirty="0"/>
              <a:t> to assess ability to meet interest obligations.</a:t>
            </a:r>
          </a:p>
          <a:p>
            <a:r>
              <a:rPr lang="en-US" dirty="0"/>
              <a:t>Preference given to companies with manageable leverage and comfortable debt coverage.</a:t>
            </a:r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52769B5-A75A-EAC5-1A38-E99361DCB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451931"/>
              </p:ext>
            </p:extLst>
          </p:nvPr>
        </p:nvGraphicFramePr>
        <p:xfrm>
          <a:off x="517867" y="2429691"/>
          <a:ext cx="5956085" cy="3916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4084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09009-6590-0621-3BAC-9003018E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71323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700" dirty="0"/>
              <a:t>DIVIDEND &amp; CASH FLOW PROFILE</a:t>
            </a:r>
            <a:br>
              <a:rPr lang="en-US" sz="2400" dirty="0"/>
            </a:br>
            <a:r>
              <a:rPr lang="en-US" sz="1100" b="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cash flows support sustainable dividends and reduce downside risk.</a:t>
            </a:r>
            <a:br>
              <a:rPr lang="en-US" sz="2400" b="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400" b="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610D65D-9F06-0849-509F-84BC68066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410023"/>
              </p:ext>
            </p:extLst>
          </p:nvPr>
        </p:nvGraphicFramePr>
        <p:xfrm>
          <a:off x="517869" y="2012679"/>
          <a:ext cx="4708525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4ABC718-22B9-FD7C-85CE-EBB0CAD68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8879173"/>
              </p:ext>
            </p:extLst>
          </p:nvPr>
        </p:nvGraphicFramePr>
        <p:xfrm>
          <a:off x="4974336" y="2238756"/>
          <a:ext cx="6912864" cy="2854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24963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1D011-18ED-921A-85FD-8F8CAA14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QUALITATIVE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8314A3D-A2F3-2862-CE7F-1573287F30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609895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7107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0A5BE-F2DB-AFFA-D4A0-38AD7E77C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/>
              <a:t>SCORING MODEL &amp; RANKING FRAMEWORK</a:t>
            </a:r>
            <a:endParaRPr lang="en-US" dirty="0"/>
          </a:p>
        </p:txBody>
      </p:sp>
      <p:sp>
        <p:nvSpPr>
          <p:cNvPr id="54" name="Freeform: Shape 10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5" name="Content Placeholder 2">
            <a:extLst>
              <a:ext uri="{FF2B5EF4-FFF2-40B4-BE49-F238E27FC236}">
                <a16:creationId xmlns:a16="http://schemas.microsoft.com/office/drawing/2014/main" id="{678E4654-D8B7-444E-0352-7AE7508932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626364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88A77F-478E-BB53-EBED-D0919DF45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1152"/>
              </p:ext>
            </p:extLst>
          </p:nvPr>
        </p:nvGraphicFramePr>
        <p:xfrm>
          <a:off x="7114032" y="1840428"/>
          <a:ext cx="4745735" cy="3650389"/>
        </p:xfrm>
        <a:graphic>
          <a:graphicData uri="http://schemas.openxmlformats.org/drawingml/2006/table">
            <a:tbl>
              <a:tblPr/>
              <a:tblGrid>
                <a:gridCol w="1333165">
                  <a:extLst>
                    <a:ext uri="{9D8B030D-6E8A-4147-A177-3AD203B41FA5}">
                      <a16:colId xmlns:a16="http://schemas.microsoft.com/office/drawing/2014/main" val="228265693"/>
                    </a:ext>
                  </a:extLst>
                </a:gridCol>
                <a:gridCol w="2425459">
                  <a:extLst>
                    <a:ext uri="{9D8B030D-6E8A-4147-A177-3AD203B41FA5}">
                      <a16:colId xmlns:a16="http://schemas.microsoft.com/office/drawing/2014/main" val="1485078102"/>
                    </a:ext>
                  </a:extLst>
                </a:gridCol>
                <a:gridCol w="987111">
                  <a:extLst>
                    <a:ext uri="{9D8B030D-6E8A-4147-A177-3AD203B41FA5}">
                      <a16:colId xmlns:a16="http://schemas.microsoft.com/office/drawing/2014/main" val="3429987691"/>
                    </a:ext>
                  </a:extLst>
                </a:gridCol>
              </a:tblGrid>
              <a:tr h="652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Category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Key Metrics Considered</a:t>
                      </a:r>
                      <a:endParaRPr lang="en-US" sz="1700" dirty="0"/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Weight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764870"/>
                  </a:ext>
                </a:extLst>
              </a:tr>
              <a:tr h="652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Valuation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EV/EBITDA, P/E, P/B</a:t>
                      </a:r>
                      <a:endParaRPr lang="en-US" sz="1700" dirty="0"/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25%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87282"/>
                  </a:ext>
                </a:extLst>
              </a:tr>
              <a:tr h="652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Profitability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ROE, ROCE, Margins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30%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693881"/>
                  </a:ext>
                </a:extLst>
              </a:tr>
              <a:tr h="652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Risk &amp; Leverage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Debt/Equity, Int. Coverage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25%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781664"/>
                  </a:ext>
                </a:extLst>
              </a:tr>
              <a:tr h="652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Income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Dividend Yield, Cash Flow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20%</a:t>
                      </a:r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390216"/>
                  </a:ext>
                </a:extLst>
              </a:tr>
              <a:tr h="387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Total</a:t>
                      </a:r>
                      <a:endParaRPr lang="en-US" sz="1700"/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100%</a:t>
                      </a:r>
                      <a:endParaRPr lang="en-US" sz="1700" dirty="0"/>
                    </a:p>
                  </a:txBody>
                  <a:tcPr marL="88174" marR="88174" marT="44087" marB="44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594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448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28564-7528-289E-A868-7AFC7E6E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261" y="873633"/>
            <a:ext cx="6263640" cy="983742"/>
          </a:xfrm>
        </p:spPr>
        <p:txBody>
          <a:bodyPr>
            <a:normAutofit/>
          </a:bodyPr>
          <a:lstStyle/>
          <a:p>
            <a:r>
              <a:rPr lang="en-US" dirty="0"/>
              <a:t>TOP PICKS – BUY</a:t>
            </a:r>
          </a:p>
        </p:txBody>
      </p:sp>
      <p:sp>
        <p:nvSpPr>
          <p:cNvPr id="50" name="Freeform: Shape 10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1" name="Content Placeholder 2">
            <a:extLst>
              <a:ext uri="{FF2B5EF4-FFF2-40B4-BE49-F238E27FC236}">
                <a16:creationId xmlns:a16="http://schemas.microsoft.com/office/drawing/2014/main" id="{AE178741-7B72-AC2C-539F-C1855DC085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537531"/>
              </p:ext>
            </p:extLst>
          </p:nvPr>
        </p:nvGraphicFramePr>
        <p:xfrm>
          <a:off x="375210" y="1857375"/>
          <a:ext cx="6263640" cy="3441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DE1CF2-3542-DBCC-6F83-F2014F70B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805816"/>
              </p:ext>
            </p:extLst>
          </p:nvPr>
        </p:nvGraphicFramePr>
        <p:xfrm>
          <a:off x="7172323" y="2073639"/>
          <a:ext cx="4644467" cy="25488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99708">
                  <a:extLst>
                    <a:ext uri="{9D8B030D-6E8A-4147-A177-3AD203B41FA5}">
                      <a16:colId xmlns:a16="http://schemas.microsoft.com/office/drawing/2014/main" val="300133546"/>
                    </a:ext>
                  </a:extLst>
                </a:gridCol>
                <a:gridCol w="803656">
                  <a:extLst>
                    <a:ext uri="{9D8B030D-6E8A-4147-A177-3AD203B41FA5}">
                      <a16:colId xmlns:a16="http://schemas.microsoft.com/office/drawing/2014/main" val="2532088863"/>
                    </a:ext>
                  </a:extLst>
                </a:gridCol>
                <a:gridCol w="992262">
                  <a:extLst>
                    <a:ext uri="{9D8B030D-6E8A-4147-A177-3AD203B41FA5}">
                      <a16:colId xmlns:a16="http://schemas.microsoft.com/office/drawing/2014/main" val="3390097683"/>
                    </a:ext>
                  </a:extLst>
                </a:gridCol>
                <a:gridCol w="444067">
                  <a:extLst>
                    <a:ext uri="{9D8B030D-6E8A-4147-A177-3AD203B41FA5}">
                      <a16:colId xmlns:a16="http://schemas.microsoft.com/office/drawing/2014/main" val="819514425"/>
                    </a:ext>
                  </a:extLst>
                </a:gridCol>
                <a:gridCol w="610795">
                  <a:extLst>
                    <a:ext uri="{9D8B030D-6E8A-4147-A177-3AD203B41FA5}">
                      <a16:colId xmlns:a16="http://schemas.microsoft.com/office/drawing/2014/main" val="61964441"/>
                    </a:ext>
                  </a:extLst>
                </a:gridCol>
                <a:gridCol w="593979">
                  <a:extLst>
                    <a:ext uri="{9D8B030D-6E8A-4147-A177-3AD203B41FA5}">
                      <a16:colId xmlns:a16="http://schemas.microsoft.com/office/drawing/2014/main" val="992117640"/>
                    </a:ext>
                  </a:extLst>
                </a:gridCol>
              </a:tblGrid>
              <a:tr h="558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cap="all" spc="60">
                          <a:solidFill>
                            <a:schemeClr val="tx1"/>
                          </a:solidFill>
                        </a:rPr>
                        <a:t>Company</a:t>
                      </a:r>
                    </a:p>
                  </a:txBody>
                  <a:tcPr marL="55961" marR="55961" marT="55961" marB="559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cap="all" spc="60">
                          <a:solidFill>
                            <a:schemeClr val="tx1"/>
                          </a:solidFill>
                        </a:rPr>
                        <a:t>Valuation</a:t>
                      </a:r>
                    </a:p>
                  </a:txBody>
                  <a:tcPr marL="55961" marR="55961" marT="55961" marB="559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cap="all" spc="60">
                          <a:solidFill>
                            <a:schemeClr val="tx1"/>
                          </a:solidFill>
                        </a:rPr>
                        <a:t>Profitability</a:t>
                      </a:r>
                    </a:p>
                  </a:txBody>
                  <a:tcPr marL="55961" marR="55961" marT="55961" marB="559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cap="all" spc="60">
                          <a:solidFill>
                            <a:schemeClr val="tx1"/>
                          </a:solidFill>
                        </a:rPr>
                        <a:t>Risk</a:t>
                      </a:r>
                    </a:p>
                  </a:txBody>
                  <a:tcPr marL="55961" marR="55961" marT="55961" marB="559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cap="all" spc="60" dirty="0">
                          <a:solidFill>
                            <a:schemeClr val="tx1"/>
                          </a:solidFill>
                        </a:rPr>
                        <a:t>Income</a:t>
                      </a:r>
                    </a:p>
                  </a:txBody>
                  <a:tcPr marL="55961" marR="55961" marT="55961" marB="559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cap="all" spc="60">
                          <a:solidFill>
                            <a:schemeClr val="tx1"/>
                          </a:solidFill>
                        </a:rPr>
                        <a:t>Total Score</a:t>
                      </a:r>
                    </a:p>
                  </a:txBody>
                  <a:tcPr marL="55961" marR="55961" marT="55961" marB="559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376174"/>
                  </a:ext>
                </a:extLst>
              </a:tr>
              <a:tr h="39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NTPC Limited</a:t>
                      </a:r>
                    </a:p>
                  </a:txBody>
                  <a:tcPr marL="55961" marR="55961" marT="27980" marB="5596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14 / 20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760460"/>
                  </a:ext>
                </a:extLst>
              </a:tr>
              <a:tr h="39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Power Grid Corp.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16 / 20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688917"/>
                  </a:ext>
                </a:extLst>
              </a:tr>
              <a:tr h="39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GAIL (India)</a:t>
                      </a:r>
                    </a:p>
                  </a:txBody>
                  <a:tcPr marL="55961" marR="55961" marT="27980" marB="5596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12 / 20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523164"/>
                  </a:ext>
                </a:extLst>
              </a:tr>
              <a:tr h="39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Petronet LNG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14 / 20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262763"/>
                  </a:ext>
                </a:extLst>
              </a:tr>
              <a:tr h="39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Indraprastha Gas</a:t>
                      </a:r>
                    </a:p>
                  </a:txBody>
                  <a:tcPr marL="55961" marR="55961" marT="27980" marB="5596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 dirty="0">
                          <a:solidFill>
                            <a:schemeClr val="tx1"/>
                          </a:solidFill>
                        </a:rPr>
                        <a:t>16 / 20</a:t>
                      </a:r>
                      <a:endParaRPr lang="en-US" sz="1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55961" marR="55961" marT="27980" marB="55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865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641147-9B74-AD3A-F6D9-19DDCBF4E078}"/>
              </a:ext>
            </a:extLst>
          </p:cNvPr>
          <p:cNvSpPr txBox="1"/>
          <p:nvPr/>
        </p:nvSpPr>
        <p:spPr>
          <a:xfrm>
            <a:off x="7014060" y="4848225"/>
            <a:ext cx="49462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Picks selected based on highest composite scores across valuation, profitability, risk, and income parameters.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105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035CA-C4E8-027C-0AE4-744A6701A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INVESTMENT CLASSIFICATION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8AE0D-9240-8A69-B61C-DF60C400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dirty="0"/>
              <a:t>Companies classified into BUY, HOLD, and AVOID categories based on composite scores and qualitative assessment.</a:t>
            </a:r>
          </a:p>
          <a:p>
            <a:r>
              <a:rPr lang="en-US" dirty="0"/>
              <a:t>BUY: Strong fundamentals, reasonable valuation, and manageable risk profile.</a:t>
            </a:r>
          </a:p>
          <a:p>
            <a:r>
              <a:rPr lang="en-US" dirty="0"/>
              <a:t>HOLD: Stable businesses with moderate upside or valuation constraints.</a:t>
            </a:r>
          </a:p>
          <a:p>
            <a:r>
              <a:rPr lang="en-US" dirty="0"/>
              <a:t>AVOID: Elevated financial, operational, or execution risk.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06EE8B-9AEC-389E-F077-A27B588AA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53451"/>
              </p:ext>
            </p:extLst>
          </p:nvPr>
        </p:nvGraphicFramePr>
        <p:xfrm>
          <a:off x="517867" y="2570860"/>
          <a:ext cx="6281931" cy="36339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71867">
                  <a:extLst>
                    <a:ext uri="{9D8B030D-6E8A-4147-A177-3AD203B41FA5}">
                      <a16:colId xmlns:a16="http://schemas.microsoft.com/office/drawing/2014/main" val="3261053315"/>
                    </a:ext>
                  </a:extLst>
                </a:gridCol>
                <a:gridCol w="1034549">
                  <a:extLst>
                    <a:ext uri="{9D8B030D-6E8A-4147-A177-3AD203B41FA5}">
                      <a16:colId xmlns:a16="http://schemas.microsoft.com/office/drawing/2014/main" val="2524798908"/>
                    </a:ext>
                  </a:extLst>
                </a:gridCol>
                <a:gridCol w="970410">
                  <a:extLst>
                    <a:ext uri="{9D8B030D-6E8A-4147-A177-3AD203B41FA5}">
                      <a16:colId xmlns:a16="http://schemas.microsoft.com/office/drawing/2014/main" val="4146979811"/>
                    </a:ext>
                  </a:extLst>
                </a:gridCol>
                <a:gridCol w="868953">
                  <a:extLst>
                    <a:ext uri="{9D8B030D-6E8A-4147-A177-3AD203B41FA5}">
                      <a16:colId xmlns:a16="http://schemas.microsoft.com/office/drawing/2014/main" val="1415541188"/>
                    </a:ext>
                  </a:extLst>
                </a:gridCol>
                <a:gridCol w="877117">
                  <a:extLst>
                    <a:ext uri="{9D8B030D-6E8A-4147-A177-3AD203B41FA5}">
                      <a16:colId xmlns:a16="http://schemas.microsoft.com/office/drawing/2014/main" val="494992175"/>
                    </a:ext>
                  </a:extLst>
                </a:gridCol>
                <a:gridCol w="1459035">
                  <a:extLst>
                    <a:ext uri="{9D8B030D-6E8A-4147-A177-3AD203B41FA5}">
                      <a16:colId xmlns:a16="http://schemas.microsoft.com/office/drawing/2014/main" val="1807983588"/>
                    </a:ext>
                  </a:extLst>
                </a:gridCol>
              </a:tblGrid>
              <a:tr h="329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Company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Valuation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Profitability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Risk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Income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Recommendation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142260"/>
                  </a:ext>
                </a:extLst>
              </a:tr>
              <a:tr h="329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NTPC Limited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Strong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Strong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Stable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BUY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425208"/>
                  </a:ext>
                </a:extLst>
              </a:tr>
              <a:tr h="497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Power Grid Corp.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Reasonable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Strong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Very Low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Stable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BUY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860896"/>
                  </a:ext>
                </a:extLst>
              </a:tr>
              <a:tr h="497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Indraprastha Gas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Attractive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Strong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Stable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BUY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985911"/>
                  </a:ext>
                </a:extLst>
              </a:tr>
              <a:tr h="329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Petronet LNG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Reasonable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Strong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Stable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HOLD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54031"/>
                  </a:ext>
                </a:extLst>
              </a:tr>
              <a:tr h="329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GAIL (India)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Reasonable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HOLD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828156"/>
                  </a:ext>
                </a:extLst>
              </a:tr>
              <a:tr h="497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NHPC Limited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Average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HOLD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054850"/>
                  </a:ext>
                </a:extLst>
              </a:tr>
              <a:tr h="329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SJVN Limited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Average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AVOID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246431"/>
                  </a:ext>
                </a:extLst>
              </a:tr>
              <a:tr h="497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CESC Limited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Average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AVOID / WATCH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4343" marR="61496" marT="67171" marB="6717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650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728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FC3C-EF78-8095-1FB4-E8977C7C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68096"/>
          </a:xfrm>
        </p:spPr>
        <p:txBody>
          <a:bodyPr/>
          <a:lstStyle/>
          <a:p>
            <a:r>
              <a:rPr lang="en-US" dirty="0"/>
              <a:t>AVOID / WEAK PICKS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EA81F1-89E7-01F8-99BA-E65D3F5B2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316465"/>
              </p:ext>
            </p:extLst>
          </p:nvPr>
        </p:nvGraphicFramePr>
        <p:xfrm>
          <a:off x="521208" y="1975104"/>
          <a:ext cx="3574542" cy="4406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3D810C-584F-95E9-0E9F-3002BCB14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393358"/>
              </p:ext>
            </p:extLst>
          </p:nvPr>
        </p:nvGraphicFramePr>
        <p:xfrm>
          <a:off x="4828032" y="2362961"/>
          <a:ext cx="7278623" cy="3400427"/>
        </p:xfrm>
        <a:graphic>
          <a:graphicData uri="http://schemas.openxmlformats.org/drawingml/2006/table">
            <a:tbl>
              <a:tblPr firstRow="1"/>
              <a:tblGrid>
                <a:gridCol w="893868">
                  <a:extLst>
                    <a:ext uri="{9D8B030D-6E8A-4147-A177-3AD203B41FA5}">
                      <a16:colId xmlns:a16="http://schemas.microsoft.com/office/drawing/2014/main" val="1314565422"/>
                    </a:ext>
                  </a:extLst>
                </a:gridCol>
                <a:gridCol w="818728">
                  <a:extLst>
                    <a:ext uri="{9D8B030D-6E8A-4147-A177-3AD203B41FA5}">
                      <a16:colId xmlns:a16="http://schemas.microsoft.com/office/drawing/2014/main" val="2146565694"/>
                    </a:ext>
                  </a:extLst>
                </a:gridCol>
                <a:gridCol w="953148">
                  <a:extLst>
                    <a:ext uri="{9D8B030D-6E8A-4147-A177-3AD203B41FA5}">
                      <a16:colId xmlns:a16="http://schemas.microsoft.com/office/drawing/2014/main" val="4148338772"/>
                    </a:ext>
                  </a:extLst>
                </a:gridCol>
                <a:gridCol w="773309">
                  <a:extLst>
                    <a:ext uri="{9D8B030D-6E8A-4147-A177-3AD203B41FA5}">
                      <a16:colId xmlns:a16="http://schemas.microsoft.com/office/drawing/2014/main" val="1417356106"/>
                    </a:ext>
                  </a:extLst>
                </a:gridCol>
                <a:gridCol w="872221">
                  <a:extLst>
                    <a:ext uri="{9D8B030D-6E8A-4147-A177-3AD203B41FA5}">
                      <a16:colId xmlns:a16="http://schemas.microsoft.com/office/drawing/2014/main" val="3011671060"/>
                    </a:ext>
                  </a:extLst>
                </a:gridCol>
                <a:gridCol w="1222908">
                  <a:extLst>
                    <a:ext uri="{9D8B030D-6E8A-4147-A177-3AD203B41FA5}">
                      <a16:colId xmlns:a16="http://schemas.microsoft.com/office/drawing/2014/main" val="1260989141"/>
                    </a:ext>
                  </a:extLst>
                </a:gridCol>
                <a:gridCol w="1744441">
                  <a:extLst>
                    <a:ext uri="{9D8B030D-6E8A-4147-A177-3AD203B41FA5}">
                      <a16:colId xmlns:a16="http://schemas.microsoft.com/office/drawing/2014/main" val="4051804419"/>
                    </a:ext>
                  </a:extLst>
                </a:gridCol>
              </a:tblGrid>
              <a:tr h="454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Company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Valuation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Profitability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Risk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Income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Overall View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Primary Concern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478598"/>
                  </a:ext>
                </a:extLst>
              </a:tr>
              <a:tr h="9820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SJVN Limited</a:t>
                      </a:r>
                      <a:endParaRPr lang="en-US" sz="1100" dirty="0"/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Average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Moderate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High</a:t>
                      </a:r>
                      <a:endParaRPr lang="en-US" sz="1100" dirty="0"/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Moderate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Avoid</a:t>
                      </a:r>
                      <a:endParaRPr lang="en-US" sz="1100" dirty="0"/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Medium–high SEB exposure, execution &amp; balance-sheet risk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924422"/>
                  </a:ext>
                </a:extLst>
              </a:tr>
              <a:tr h="9820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CESC Limited</a:t>
                      </a:r>
                      <a:endParaRPr lang="en-US" sz="1100" dirty="0"/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Average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Moderate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Medium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Moderate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Avoid / Watch</a:t>
                      </a:r>
                      <a:endParaRPr lang="en-US" sz="1100" dirty="0"/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Regulatory risk and distribution-level margin pressure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600973"/>
                  </a:ext>
                </a:extLst>
              </a:tr>
              <a:tr h="9820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NHPC Limited</a:t>
                      </a:r>
                      <a:endParaRPr lang="en-US" sz="1100" dirty="0"/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Average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Moderate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Medium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Moderate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Watch</a:t>
                      </a:r>
                      <a:endParaRPr lang="en-US" sz="1100" dirty="0"/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Project execution delays and SEB payment exposure</a:t>
                      </a:r>
                    </a:p>
                  </a:txBody>
                  <a:tcPr marL="68493" marR="68493" marT="34247" marB="34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232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177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2EA8-D3C4-3188-7E1D-A765C70A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RISKS &amp; SENSITIVITIES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87607A9-40B9-8042-64CF-3A5CA7EBB7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9699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FCFB-3420-58AA-1267-470A8FEE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9264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RECOMMENDATION &amp; CONCLUSION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F753F7D-FF8C-2745-4C95-4A39572300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9464536"/>
              </p:ext>
            </p:extLst>
          </p:nvPr>
        </p:nvGraphicFramePr>
        <p:xfrm>
          <a:off x="521208" y="2112264"/>
          <a:ext cx="4773168" cy="3831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1D4BDB-4718-9B48-20CE-5E579BCF897B}"/>
              </a:ext>
            </a:extLst>
          </p:cNvPr>
          <p:cNvSpPr txBox="1"/>
          <p:nvPr/>
        </p:nvSpPr>
        <p:spPr>
          <a:xfrm>
            <a:off x="6284976" y="241333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BUY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⚡</a:t>
            </a:r>
            <a:r>
              <a:rPr lang="en-US" b="1" dirty="0"/>
              <a:t>Power Grid Corporation of India Limited</a:t>
            </a:r>
            <a:br>
              <a:rPr lang="en-US" dirty="0"/>
            </a:br>
            <a:r>
              <a:rPr lang="en-US" dirty="0"/>
              <a:t> 	</a:t>
            </a:r>
            <a:r>
              <a:rPr lang="en-US" i="1" dirty="0"/>
              <a:t>National power transmission backbone</a:t>
            </a:r>
            <a:br>
              <a:rPr lang="en-US" dirty="0"/>
            </a:br>
            <a:r>
              <a:rPr lang="en-US" dirty="0"/>
              <a:t> 	</a:t>
            </a:r>
            <a:r>
              <a:rPr lang="en-US" i="1" dirty="0"/>
              <a:t>Regulated returns &amp; strong balance sheet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🔥 </a:t>
            </a:r>
            <a:r>
              <a:rPr lang="en-US" b="1" dirty="0"/>
              <a:t>Indraprastha Gas Limited</a:t>
            </a:r>
            <a:br>
              <a:rPr lang="en-US" dirty="0"/>
            </a:br>
            <a:r>
              <a:rPr lang="en-US" dirty="0"/>
              <a:t> 	</a:t>
            </a:r>
            <a:r>
              <a:rPr lang="en-US" i="1" dirty="0"/>
              <a:t>Urban gas distribution monopoly</a:t>
            </a:r>
            <a:br>
              <a:rPr lang="en-US" dirty="0"/>
            </a:br>
            <a:r>
              <a:rPr lang="en-US" dirty="0"/>
              <a:t> 	</a:t>
            </a:r>
            <a:r>
              <a:rPr lang="en-US" i="1" dirty="0"/>
              <a:t>Stable cash flows &amp; low leverage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198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15CE-84AE-C4E2-727A-985376FB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A1 — Financially Weak / High-Risk Utilities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20B41A-9062-398C-23E5-07611557C3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0700" y="3090069"/>
          <a:ext cx="11156949" cy="274320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2546579199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542452078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663975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Screening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888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Reliance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Weak Financials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Persistent losses and weak cash 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093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RattanIndia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Leverage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Excessive debt and refinancing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679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Jaiprakash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Financial Stress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leverage and weak profitability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16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Reliance Infrastructure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Debt &amp;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Highly leveraged, complex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934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Ujaas Energy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Weak Profitability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Consistent losses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26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552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FD7C-D42B-48D6-18A8-C54FFDB8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Appendix A2 — Execution / Non-Core / Structural Exclusions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5F40B1-2F02-6D9F-5E1C-3AD94C6990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0700" y="2952909"/>
          <a:ext cx="11156949" cy="301752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2236204568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2852633448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829509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189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Sugs Lloyd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Non-Core Utility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EPC-focused, limited asset ownership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90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K.P. Energy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EPC-Driven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Execution-led revenue, weak PPA visibility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34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Waaree Renewable Tech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Volatile earnings, valuation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872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EKI Energy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Non-Utility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Carbon credit services, not asset 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80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Venlon Enterprises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Holding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Limited operating utility exposure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832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505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E0BF-B44C-DA78-80BA-9E451676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A3 — Scale / Liquidity / Early-Stage Exclusions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64365C-DBCB-EB50-EEB2-77FB984DFA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0700" y="3547269"/>
          <a:ext cx="11156949" cy="182880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2993293076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4127976304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277380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Approx.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127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Small / Illiquid Utilities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Insufficient investment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66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Early-Stage Renewables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&amp; earnings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8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Holding / Mixed Businesses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Non-core utility exposure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944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 Disclosure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Insufficient public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428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903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CD673-D1A8-3945-9A5A-CD0E94951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>
                <a:solidFill>
                  <a:schemeClr val="tx2"/>
                </a:solidFill>
              </a:rPr>
              <a:t>Thank you for the opportunity to present this research.</a:t>
            </a:r>
            <a:br>
              <a:rPr lang="en-US" sz="2300">
                <a:solidFill>
                  <a:schemeClr val="tx2"/>
                </a:solidFill>
              </a:rPr>
            </a:br>
            <a:r>
              <a:rPr lang="en-US" sz="2300">
                <a:solidFill>
                  <a:schemeClr val="tx2"/>
                </a:solidFill>
              </a:rPr>
              <a:t>I look forward to your questions and discussion.</a:t>
            </a:r>
            <a:br>
              <a:rPr lang="en-US" sz="2300">
                <a:solidFill>
                  <a:schemeClr val="tx2"/>
                </a:solidFill>
              </a:rPr>
            </a:br>
            <a:endParaRPr lang="en-US" sz="2300">
              <a:solidFill>
                <a:schemeClr val="tx2"/>
              </a:solidFill>
            </a:endParaRP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1A646D43-572C-E920-E1B8-757598B80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1229" y="751093"/>
            <a:ext cx="5254670" cy="525467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256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1808</Words>
  <Application>Microsoft Office PowerPoint</Application>
  <PresentationFormat>Widescreen</PresentationFormat>
  <Paragraphs>314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Bierstadt</vt:lpstr>
      <vt:lpstr>Calibri</vt:lpstr>
      <vt:lpstr>Neue Haas Grotesk Text Pro</vt:lpstr>
      <vt:lpstr>GestaltVTI</vt:lpstr>
      <vt:lpstr>UTILITIES SECTOR EQUITY RESEARCH &amp; INVESTMENT RECOMMENDATION</vt:lpstr>
      <vt:lpstr>EXECUTIVE SUMMARY</vt:lpstr>
      <vt:lpstr>INVESTMENT OBJECTIVE &amp; RESEARCH APPROACH </vt:lpstr>
      <vt:lpstr>UTILITIES SECTOR OVERVIEW</vt:lpstr>
      <vt:lpstr>Utilities Sector Coverage</vt:lpstr>
      <vt:lpstr>SCREENING &amp; EVALUATION FRAMEWORK</vt:lpstr>
      <vt:lpstr>FINANCIAL FILTERING PROCESS</vt:lpstr>
      <vt:lpstr>VALUATION ANALYSIS</vt:lpstr>
      <vt:lpstr>PROFITABILITY ANALYSIS Higher ROE/ROCE and stable margins indicate efficient capital allocation and operational strength. </vt:lpstr>
      <vt:lpstr>RISK &amp; LEVERAGE ANALYSIS Lower leverage and higher interest coverage indicate stronger balance-sheet resilience.</vt:lpstr>
      <vt:lpstr>DIVIDEND &amp; CASH FLOW PROFILE Stable cash flows support sustainable dividends and reduce downside risk. </vt:lpstr>
      <vt:lpstr>QUALITATIVE ANALYSIS</vt:lpstr>
      <vt:lpstr>SCORING MODEL &amp; RANKING FRAMEWORK</vt:lpstr>
      <vt:lpstr>TOP PICKS – BUY</vt:lpstr>
      <vt:lpstr>INVESTMENT CLASSIFICATION</vt:lpstr>
      <vt:lpstr>AVOID / WEAK PICKS</vt:lpstr>
      <vt:lpstr>KEY RISKS &amp; SENSITIVITIES </vt:lpstr>
      <vt:lpstr>FINAL RECOMMENDATION &amp; CONCLUSION</vt:lpstr>
      <vt:lpstr>Appendix A1 — Financially Weak / High-Risk Utilities</vt:lpstr>
      <vt:lpstr>Appendix A2 — Execution / Non-Core / Structural Exclusions</vt:lpstr>
      <vt:lpstr>Appendix A3 — Scale / Liquidity / Early-Stage Exclusions</vt:lpstr>
      <vt:lpstr>Thank you for the opportunity to present this research. I look forward to your questions and discussion.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Thakur</dc:creator>
  <cp:lastModifiedBy>Suraj Thakur</cp:lastModifiedBy>
  <cp:revision>1</cp:revision>
  <dcterms:created xsi:type="dcterms:W3CDTF">2025-12-21T17:34:13Z</dcterms:created>
  <dcterms:modified xsi:type="dcterms:W3CDTF">2025-12-22T07:19:12Z</dcterms:modified>
</cp:coreProperties>
</file>